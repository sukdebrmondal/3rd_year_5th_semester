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7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8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70" r:id="rId4"/>
    <p:sldId id="271" r:id="rId5"/>
    <p:sldId id="269" r:id="rId6"/>
    <p:sldId id="259" r:id="rId7"/>
    <p:sldId id="294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80" r:id="rId16"/>
    <p:sldId id="295" r:id="rId17"/>
    <p:sldId id="281" r:id="rId18"/>
    <p:sldId id="279" r:id="rId19"/>
    <p:sldId id="282" r:id="rId20"/>
    <p:sldId id="283" r:id="rId21"/>
    <p:sldId id="292" r:id="rId22"/>
    <p:sldId id="285" r:id="rId23"/>
    <p:sldId id="286" r:id="rId24"/>
    <p:sldId id="290" r:id="rId25"/>
    <p:sldId id="288" r:id="rId26"/>
    <p:sldId id="289" r:id="rId27"/>
    <p:sldId id="287" r:id="rId28"/>
    <p:sldId id="291" r:id="rId29"/>
    <p:sldId id="293" r:id="rId30"/>
  </p:sldIdLst>
  <p:sldSz cx="14630400" cy="8229600"/>
  <p:notesSz cx="8229600" cy="14630400"/>
  <p:embeddedFontLst>
    <p:embeddedFont>
      <p:font typeface="Barlow Bold" panose="020B0604020202020204" charset="0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F3F"/>
    <a:srgbClr val="3F3FFF"/>
    <a:srgbClr val="FF1919"/>
    <a:srgbClr val="1919FF"/>
    <a:srgbClr val="4343FF"/>
    <a:srgbClr val="FF5B5B"/>
    <a:srgbClr val="FF0000"/>
    <a:srgbClr val="0000D3"/>
    <a:srgbClr val="FF0101"/>
    <a:srgbClr val="2B0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B46BC4-63E7-4C1A-8DAA-ED65E04401EB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AEEEA415-C49C-46FF-92C8-547CC699CFD1}">
      <dgm:prSet/>
      <dgm:spPr/>
      <dgm:t>
        <a:bodyPr/>
        <a:lstStyle/>
        <a:p>
          <a:r>
            <a:rPr lang="en-IN" dirty="0"/>
            <a:t>Mail transfer phrases</a:t>
          </a:r>
        </a:p>
      </dgm:t>
    </dgm:pt>
    <dgm:pt modelId="{24AE9701-CD99-457B-814B-02B12DA31440}" type="parTrans" cxnId="{23B597D4-26DA-4EB4-BDC7-77C668907B35}">
      <dgm:prSet/>
      <dgm:spPr/>
      <dgm:t>
        <a:bodyPr/>
        <a:lstStyle/>
        <a:p>
          <a:endParaRPr lang="en-IN"/>
        </a:p>
      </dgm:t>
    </dgm:pt>
    <dgm:pt modelId="{E995250D-863F-40BF-B39D-68D4FC5E804B}" type="sibTrans" cxnId="{23B597D4-26DA-4EB4-BDC7-77C668907B35}">
      <dgm:prSet/>
      <dgm:spPr/>
      <dgm:t>
        <a:bodyPr/>
        <a:lstStyle/>
        <a:p>
          <a:endParaRPr lang="en-IN"/>
        </a:p>
      </dgm:t>
    </dgm:pt>
    <dgm:pt modelId="{58E7464F-E7E0-435A-870B-628F0064F706}">
      <dgm:prSet/>
      <dgm:spPr/>
      <dgm:t>
        <a:bodyPr/>
        <a:lstStyle/>
        <a:p>
          <a:r>
            <a:rPr lang="en-IN"/>
            <a:t>Connection Establishment</a:t>
          </a:r>
        </a:p>
      </dgm:t>
    </dgm:pt>
    <dgm:pt modelId="{05D1557B-C6E4-46B7-8332-8880D89CA743}" type="parTrans" cxnId="{D2592C58-73AA-4D6B-B3FA-8BB3BFE5FC9A}">
      <dgm:prSet/>
      <dgm:spPr/>
      <dgm:t>
        <a:bodyPr/>
        <a:lstStyle/>
        <a:p>
          <a:endParaRPr lang="en-IN"/>
        </a:p>
      </dgm:t>
    </dgm:pt>
    <dgm:pt modelId="{AB4FDA30-6748-4B06-9D6E-20F2D5BC9B84}" type="sibTrans" cxnId="{D2592C58-73AA-4D6B-B3FA-8BB3BFE5FC9A}">
      <dgm:prSet/>
      <dgm:spPr/>
      <dgm:t>
        <a:bodyPr/>
        <a:lstStyle/>
        <a:p>
          <a:endParaRPr lang="en-IN"/>
        </a:p>
      </dgm:t>
    </dgm:pt>
    <dgm:pt modelId="{75AB3C55-F37B-470B-800D-E83A73154A93}">
      <dgm:prSet/>
      <dgm:spPr/>
      <dgm:t>
        <a:bodyPr/>
        <a:lstStyle/>
        <a:p>
          <a:r>
            <a:rPr lang="en-IN" dirty="0"/>
            <a:t>Data Transfer</a:t>
          </a:r>
        </a:p>
      </dgm:t>
    </dgm:pt>
    <dgm:pt modelId="{667D5168-D26B-4F7C-99AC-05020D6BE424}" type="parTrans" cxnId="{965D0BC9-2579-4C91-AC1C-39F779EBD342}">
      <dgm:prSet/>
      <dgm:spPr/>
      <dgm:t>
        <a:bodyPr/>
        <a:lstStyle/>
        <a:p>
          <a:endParaRPr lang="en-IN"/>
        </a:p>
      </dgm:t>
    </dgm:pt>
    <dgm:pt modelId="{4248D454-6D05-44D2-93AD-A1BC8387BB02}" type="sibTrans" cxnId="{965D0BC9-2579-4C91-AC1C-39F779EBD342}">
      <dgm:prSet/>
      <dgm:spPr/>
      <dgm:t>
        <a:bodyPr/>
        <a:lstStyle/>
        <a:p>
          <a:endParaRPr lang="en-IN"/>
        </a:p>
      </dgm:t>
    </dgm:pt>
    <dgm:pt modelId="{FADCC0E6-B46D-40CB-A0C9-AEF3014DA3AB}">
      <dgm:prSet/>
      <dgm:spPr/>
      <dgm:t>
        <a:bodyPr/>
        <a:lstStyle/>
        <a:p>
          <a:r>
            <a:rPr lang="en-IN"/>
            <a:t>Connection Termination</a:t>
          </a:r>
        </a:p>
      </dgm:t>
    </dgm:pt>
    <dgm:pt modelId="{FFD6A3DD-DBCA-4E1D-8291-DF796D1D49A3}" type="parTrans" cxnId="{948302D8-BDFD-4037-ABA5-2FB94EE9B95F}">
      <dgm:prSet/>
      <dgm:spPr/>
      <dgm:t>
        <a:bodyPr/>
        <a:lstStyle/>
        <a:p>
          <a:endParaRPr lang="en-IN"/>
        </a:p>
      </dgm:t>
    </dgm:pt>
    <dgm:pt modelId="{173A8DCF-7D5D-4F1D-9276-1ABFF078F16F}" type="sibTrans" cxnId="{948302D8-BDFD-4037-ABA5-2FB94EE9B95F}">
      <dgm:prSet/>
      <dgm:spPr/>
      <dgm:t>
        <a:bodyPr/>
        <a:lstStyle/>
        <a:p>
          <a:endParaRPr lang="en-IN"/>
        </a:p>
      </dgm:t>
    </dgm:pt>
    <dgm:pt modelId="{FDB63C21-8F45-4E0E-A476-8853A39ACF36}" type="pres">
      <dgm:prSet presAssocID="{51B46BC4-63E7-4C1A-8DAA-ED65E04401E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1C05520-AE52-4F6A-B43F-E44AAC759ED4}" type="pres">
      <dgm:prSet presAssocID="{AEEEA415-C49C-46FF-92C8-547CC699CFD1}" presName="hierRoot1" presStyleCnt="0">
        <dgm:presLayoutVars>
          <dgm:hierBranch val="init"/>
        </dgm:presLayoutVars>
      </dgm:prSet>
      <dgm:spPr/>
    </dgm:pt>
    <dgm:pt modelId="{C5788B7A-F0BA-4310-8E03-AFE199B02D9B}" type="pres">
      <dgm:prSet presAssocID="{AEEEA415-C49C-46FF-92C8-547CC699CFD1}" presName="rootComposite1" presStyleCnt="0"/>
      <dgm:spPr/>
    </dgm:pt>
    <dgm:pt modelId="{16569FA9-8356-4054-B970-7715E1866D42}" type="pres">
      <dgm:prSet presAssocID="{AEEEA415-C49C-46FF-92C8-547CC699CFD1}" presName="rootText1" presStyleLbl="node0" presStyleIdx="0" presStyleCnt="1">
        <dgm:presLayoutVars>
          <dgm:chPref val="3"/>
        </dgm:presLayoutVars>
      </dgm:prSet>
      <dgm:spPr/>
    </dgm:pt>
    <dgm:pt modelId="{0394C359-7E21-4501-BA2D-1AE9C6E4AC65}" type="pres">
      <dgm:prSet presAssocID="{AEEEA415-C49C-46FF-92C8-547CC699CFD1}" presName="rootConnector1" presStyleLbl="node1" presStyleIdx="0" presStyleCnt="0"/>
      <dgm:spPr/>
    </dgm:pt>
    <dgm:pt modelId="{31F3D011-186E-408C-9D1F-1094EB7C6C97}" type="pres">
      <dgm:prSet presAssocID="{AEEEA415-C49C-46FF-92C8-547CC699CFD1}" presName="hierChild2" presStyleCnt="0"/>
      <dgm:spPr/>
    </dgm:pt>
    <dgm:pt modelId="{96792C88-08F5-4B80-A6AB-5EC26BE1497E}" type="pres">
      <dgm:prSet presAssocID="{05D1557B-C6E4-46B7-8332-8880D89CA743}" presName="Name37" presStyleLbl="parChTrans1D2" presStyleIdx="0" presStyleCnt="3"/>
      <dgm:spPr/>
    </dgm:pt>
    <dgm:pt modelId="{75064269-1768-42A4-B65B-9D630DE1308D}" type="pres">
      <dgm:prSet presAssocID="{58E7464F-E7E0-435A-870B-628F0064F706}" presName="hierRoot2" presStyleCnt="0">
        <dgm:presLayoutVars>
          <dgm:hierBranch val="init"/>
        </dgm:presLayoutVars>
      </dgm:prSet>
      <dgm:spPr/>
    </dgm:pt>
    <dgm:pt modelId="{603BA30C-38F3-495D-8264-C99476DB57BF}" type="pres">
      <dgm:prSet presAssocID="{58E7464F-E7E0-435A-870B-628F0064F706}" presName="rootComposite" presStyleCnt="0"/>
      <dgm:spPr/>
    </dgm:pt>
    <dgm:pt modelId="{2DAC15DD-32B4-458D-8526-D38AF40737CD}" type="pres">
      <dgm:prSet presAssocID="{58E7464F-E7E0-435A-870B-628F0064F706}" presName="rootText" presStyleLbl="node2" presStyleIdx="0" presStyleCnt="3">
        <dgm:presLayoutVars>
          <dgm:chPref val="3"/>
        </dgm:presLayoutVars>
      </dgm:prSet>
      <dgm:spPr/>
    </dgm:pt>
    <dgm:pt modelId="{09AE71EA-148D-465D-A5CD-435E2A1AD3EF}" type="pres">
      <dgm:prSet presAssocID="{58E7464F-E7E0-435A-870B-628F0064F706}" presName="rootConnector" presStyleLbl="node2" presStyleIdx="0" presStyleCnt="3"/>
      <dgm:spPr/>
    </dgm:pt>
    <dgm:pt modelId="{7E0477D5-0724-4AC6-8280-7D03F6A1D7BD}" type="pres">
      <dgm:prSet presAssocID="{58E7464F-E7E0-435A-870B-628F0064F706}" presName="hierChild4" presStyleCnt="0"/>
      <dgm:spPr/>
    </dgm:pt>
    <dgm:pt modelId="{3ADB25E5-F6E2-4677-9EDA-9BBB38D7036D}" type="pres">
      <dgm:prSet presAssocID="{58E7464F-E7E0-435A-870B-628F0064F706}" presName="hierChild5" presStyleCnt="0"/>
      <dgm:spPr/>
    </dgm:pt>
    <dgm:pt modelId="{B649316D-F44B-41EF-859F-6296EAE303F3}" type="pres">
      <dgm:prSet presAssocID="{667D5168-D26B-4F7C-99AC-05020D6BE424}" presName="Name37" presStyleLbl="parChTrans1D2" presStyleIdx="1" presStyleCnt="3"/>
      <dgm:spPr/>
    </dgm:pt>
    <dgm:pt modelId="{FC54C491-88A3-4A6D-B959-9833757A693F}" type="pres">
      <dgm:prSet presAssocID="{75AB3C55-F37B-470B-800D-E83A73154A93}" presName="hierRoot2" presStyleCnt="0">
        <dgm:presLayoutVars>
          <dgm:hierBranch val="init"/>
        </dgm:presLayoutVars>
      </dgm:prSet>
      <dgm:spPr/>
    </dgm:pt>
    <dgm:pt modelId="{6E36CD4F-0336-49E5-A714-5940D25A25F8}" type="pres">
      <dgm:prSet presAssocID="{75AB3C55-F37B-470B-800D-E83A73154A93}" presName="rootComposite" presStyleCnt="0"/>
      <dgm:spPr/>
    </dgm:pt>
    <dgm:pt modelId="{8CFF3192-FA69-4DD0-8284-2A61AAFE1154}" type="pres">
      <dgm:prSet presAssocID="{75AB3C55-F37B-470B-800D-E83A73154A93}" presName="rootText" presStyleLbl="node2" presStyleIdx="1" presStyleCnt="3">
        <dgm:presLayoutVars>
          <dgm:chPref val="3"/>
        </dgm:presLayoutVars>
      </dgm:prSet>
      <dgm:spPr/>
    </dgm:pt>
    <dgm:pt modelId="{D753A081-1FDC-47CB-BC21-B730F41CFCE7}" type="pres">
      <dgm:prSet presAssocID="{75AB3C55-F37B-470B-800D-E83A73154A93}" presName="rootConnector" presStyleLbl="node2" presStyleIdx="1" presStyleCnt="3"/>
      <dgm:spPr/>
    </dgm:pt>
    <dgm:pt modelId="{A3E4D050-6EEB-40BD-8068-06065205173D}" type="pres">
      <dgm:prSet presAssocID="{75AB3C55-F37B-470B-800D-E83A73154A93}" presName="hierChild4" presStyleCnt="0"/>
      <dgm:spPr/>
    </dgm:pt>
    <dgm:pt modelId="{1B0911E8-790F-44BE-A762-281999453DE1}" type="pres">
      <dgm:prSet presAssocID="{75AB3C55-F37B-470B-800D-E83A73154A93}" presName="hierChild5" presStyleCnt="0"/>
      <dgm:spPr/>
    </dgm:pt>
    <dgm:pt modelId="{C334FAFE-4AE1-4339-974D-E6DCCBD014ED}" type="pres">
      <dgm:prSet presAssocID="{FFD6A3DD-DBCA-4E1D-8291-DF796D1D49A3}" presName="Name37" presStyleLbl="parChTrans1D2" presStyleIdx="2" presStyleCnt="3"/>
      <dgm:spPr/>
    </dgm:pt>
    <dgm:pt modelId="{630419E3-7FDE-4310-9B93-CB6491AF1B03}" type="pres">
      <dgm:prSet presAssocID="{FADCC0E6-B46D-40CB-A0C9-AEF3014DA3AB}" presName="hierRoot2" presStyleCnt="0">
        <dgm:presLayoutVars>
          <dgm:hierBranch val="init"/>
        </dgm:presLayoutVars>
      </dgm:prSet>
      <dgm:spPr/>
    </dgm:pt>
    <dgm:pt modelId="{641484B6-9EB6-49A6-8730-7F5EC37BC026}" type="pres">
      <dgm:prSet presAssocID="{FADCC0E6-B46D-40CB-A0C9-AEF3014DA3AB}" presName="rootComposite" presStyleCnt="0"/>
      <dgm:spPr/>
    </dgm:pt>
    <dgm:pt modelId="{56FEC2E1-A21D-41C8-B744-A91E97093763}" type="pres">
      <dgm:prSet presAssocID="{FADCC0E6-B46D-40CB-A0C9-AEF3014DA3AB}" presName="rootText" presStyleLbl="node2" presStyleIdx="2" presStyleCnt="3">
        <dgm:presLayoutVars>
          <dgm:chPref val="3"/>
        </dgm:presLayoutVars>
      </dgm:prSet>
      <dgm:spPr/>
    </dgm:pt>
    <dgm:pt modelId="{E70429F8-C708-4AE8-BE24-9A0EA52C5C88}" type="pres">
      <dgm:prSet presAssocID="{FADCC0E6-B46D-40CB-A0C9-AEF3014DA3AB}" presName="rootConnector" presStyleLbl="node2" presStyleIdx="2" presStyleCnt="3"/>
      <dgm:spPr/>
    </dgm:pt>
    <dgm:pt modelId="{86C04EE6-FF88-4F56-9483-AF6FE8E707BE}" type="pres">
      <dgm:prSet presAssocID="{FADCC0E6-B46D-40CB-A0C9-AEF3014DA3AB}" presName="hierChild4" presStyleCnt="0"/>
      <dgm:spPr/>
    </dgm:pt>
    <dgm:pt modelId="{325664DA-3FA6-4893-B7A5-1CDB3C029AE5}" type="pres">
      <dgm:prSet presAssocID="{FADCC0E6-B46D-40CB-A0C9-AEF3014DA3AB}" presName="hierChild5" presStyleCnt="0"/>
      <dgm:spPr/>
    </dgm:pt>
    <dgm:pt modelId="{2A6DAC0F-19DB-40BF-A1BE-FAD701728126}" type="pres">
      <dgm:prSet presAssocID="{AEEEA415-C49C-46FF-92C8-547CC699CFD1}" presName="hierChild3" presStyleCnt="0"/>
      <dgm:spPr/>
    </dgm:pt>
  </dgm:ptLst>
  <dgm:cxnLst>
    <dgm:cxn modelId="{4CFECD25-BBFA-4BAA-B074-842CE8353AC1}" type="presOf" srcId="{FFD6A3DD-DBCA-4E1D-8291-DF796D1D49A3}" destId="{C334FAFE-4AE1-4339-974D-E6DCCBD014ED}" srcOrd="0" destOrd="0" presId="urn:microsoft.com/office/officeart/2005/8/layout/orgChart1"/>
    <dgm:cxn modelId="{EECA4A42-8E0D-4AA8-BFE3-6216615A57BA}" type="presOf" srcId="{AEEEA415-C49C-46FF-92C8-547CC699CFD1}" destId="{0394C359-7E21-4501-BA2D-1AE9C6E4AC65}" srcOrd="1" destOrd="0" presId="urn:microsoft.com/office/officeart/2005/8/layout/orgChart1"/>
    <dgm:cxn modelId="{BEEBDF64-1A39-4E75-92DC-86615057A556}" type="presOf" srcId="{FADCC0E6-B46D-40CB-A0C9-AEF3014DA3AB}" destId="{E70429F8-C708-4AE8-BE24-9A0EA52C5C88}" srcOrd="1" destOrd="0" presId="urn:microsoft.com/office/officeart/2005/8/layout/orgChart1"/>
    <dgm:cxn modelId="{EF94BE46-0448-4EE6-8464-D30056C5CEBF}" type="presOf" srcId="{FADCC0E6-B46D-40CB-A0C9-AEF3014DA3AB}" destId="{56FEC2E1-A21D-41C8-B744-A91E97093763}" srcOrd="0" destOrd="0" presId="urn:microsoft.com/office/officeart/2005/8/layout/orgChart1"/>
    <dgm:cxn modelId="{09F2164D-B7C2-4747-B4C6-B565849983F5}" type="presOf" srcId="{75AB3C55-F37B-470B-800D-E83A73154A93}" destId="{D753A081-1FDC-47CB-BC21-B730F41CFCE7}" srcOrd="1" destOrd="0" presId="urn:microsoft.com/office/officeart/2005/8/layout/orgChart1"/>
    <dgm:cxn modelId="{9F4B6271-C890-49B6-8239-7B8ACD56615A}" type="presOf" srcId="{51B46BC4-63E7-4C1A-8DAA-ED65E04401EB}" destId="{FDB63C21-8F45-4E0E-A476-8853A39ACF36}" srcOrd="0" destOrd="0" presId="urn:microsoft.com/office/officeart/2005/8/layout/orgChart1"/>
    <dgm:cxn modelId="{D2592C58-73AA-4D6B-B3FA-8BB3BFE5FC9A}" srcId="{AEEEA415-C49C-46FF-92C8-547CC699CFD1}" destId="{58E7464F-E7E0-435A-870B-628F0064F706}" srcOrd="0" destOrd="0" parTransId="{05D1557B-C6E4-46B7-8332-8880D89CA743}" sibTransId="{AB4FDA30-6748-4B06-9D6E-20F2D5BC9B84}"/>
    <dgm:cxn modelId="{9AB1777B-AC18-4106-B583-9B2456A35F87}" type="presOf" srcId="{05D1557B-C6E4-46B7-8332-8880D89CA743}" destId="{96792C88-08F5-4B80-A6AB-5EC26BE1497E}" srcOrd="0" destOrd="0" presId="urn:microsoft.com/office/officeart/2005/8/layout/orgChart1"/>
    <dgm:cxn modelId="{EF63AE97-1FC8-4A62-BA63-43AE2BD6A8CE}" type="presOf" srcId="{75AB3C55-F37B-470B-800D-E83A73154A93}" destId="{8CFF3192-FA69-4DD0-8284-2A61AAFE1154}" srcOrd="0" destOrd="0" presId="urn:microsoft.com/office/officeart/2005/8/layout/orgChart1"/>
    <dgm:cxn modelId="{FBAE70AA-B7D3-4122-BECC-912744BE6AEF}" type="presOf" srcId="{AEEEA415-C49C-46FF-92C8-547CC699CFD1}" destId="{16569FA9-8356-4054-B970-7715E1866D42}" srcOrd="0" destOrd="0" presId="urn:microsoft.com/office/officeart/2005/8/layout/orgChart1"/>
    <dgm:cxn modelId="{3E837EAA-FD11-4510-92E8-4B5CDE018FD3}" type="presOf" srcId="{58E7464F-E7E0-435A-870B-628F0064F706}" destId="{09AE71EA-148D-465D-A5CD-435E2A1AD3EF}" srcOrd="1" destOrd="0" presId="urn:microsoft.com/office/officeart/2005/8/layout/orgChart1"/>
    <dgm:cxn modelId="{965D0BC9-2579-4C91-AC1C-39F779EBD342}" srcId="{AEEEA415-C49C-46FF-92C8-547CC699CFD1}" destId="{75AB3C55-F37B-470B-800D-E83A73154A93}" srcOrd="1" destOrd="0" parTransId="{667D5168-D26B-4F7C-99AC-05020D6BE424}" sibTransId="{4248D454-6D05-44D2-93AD-A1BC8387BB02}"/>
    <dgm:cxn modelId="{23B597D4-26DA-4EB4-BDC7-77C668907B35}" srcId="{51B46BC4-63E7-4C1A-8DAA-ED65E04401EB}" destId="{AEEEA415-C49C-46FF-92C8-547CC699CFD1}" srcOrd="0" destOrd="0" parTransId="{24AE9701-CD99-457B-814B-02B12DA31440}" sibTransId="{E995250D-863F-40BF-B39D-68D4FC5E804B}"/>
    <dgm:cxn modelId="{948302D8-BDFD-4037-ABA5-2FB94EE9B95F}" srcId="{AEEEA415-C49C-46FF-92C8-547CC699CFD1}" destId="{FADCC0E6-B46D-40CB-A0C9-AEF3014DA3AB}" srcOrd="2" destOrd="0" parTransId="{FFD6A3DD-DBCA-4E1D-8291-DF796D1D49A3}" sibTransId="{173A8DCF-7D5D-4F1D-9276-1ABFF078F16F}"/>
    <dgm:cxn modelId="{6295ACE8-0266-4F71-8493-2BEAD4F97C0E}" type="presOf" srcId="{58E7464F-E7E0-435A-870B-628F0064F706}" destId="{2DAC15DD-32B4-458D-8526-D38AF40737CD}" srcOrd="0" destOrd="0" presId="urn:microsoft.com/office/officeart/2005/8/layout/orgChart1"/>
    <dgm:cxn modelId="{5227A2EC-98BF-4CD9-8A20-053C7DF1BF4D}" type="presOf" srcId="{667D5168-D26B-4F7C-99AC-05020D6BE424}" destId="{B649316D-F44B-41EF-859F-6296EAE303F3}" srcOrd="0" destOrd="0" presId="urn:microsoft.com/office/officeart/2005/8/layout/orgChart1"/>
    <dgm:cxn modelId="{ADBCD071-6C83-48A3-A20B-C208ACE631E4}" type="presParOf" srcId="{FDB63C21-8F45-4E0E-A476-8853A39ACF36}" destId="{C1C05520-AE52-4F6A-B43F-E44AAC759ED4}" srcOrd="0" destOrd="0" presId="urn:microsoft.com/office/officeart/2005/8/layout/orgChart1"/>
    <dgm:cxn modelId="{B9FB8798-A828-466E-8B60-C47E9B9B4269}" type="presParOf" srcId="{C1C05520-AE52-4F6A-B43F-E44AAC759ED4}" destId="{C5788B7A-F0BA-4310-8E03-AFE199B02D9B}" srcOrd="0" destOrd="0" presId="urn:microsoft.com/office/officeart/2005/8/layout/orgChart1"/>
    <dgm:cxn modelId="{7EC9FBE8-3244-43EB-B36A-D61247342D4D}" type="presParOf" srcId="{C5788B7A-F0BA-4310-8E03-AFE199B02D9B}" destId="{16569FA9-8356-4054-B970-7715E1866D42}" srcOrd="0" destOrd="0" presId="urn:microsoft.com/office/officeart/2005/8/layout/orgChart1"/>
    <dgm:cxn modelId="{FA42E9AC-00EA-4BCF-853C-2C52CD3B1AC7}" type="presParOf" srcId="{C5788B7A-F0BA-4310-8E03-AFE199B02D9B}" destId="{0394C359-7E21-4501-BA2D-1AE9C6E4AC65}" srcOrd="1" destOrd="0" presId="urn:microsoft.com/office/officeart/2005/8/layout/orgChart1"/>
    <dgm:cxn modelId="{AFFA1E4E-4975-49CE-8B02-6E87770B5F47}" type="presParOf" srcId="{C1C05520-AE52-4F6A-B43F-E44AAC759ED4}" destId="{31F3D011-186E-408C-9D1F-1094EB7C6C97}" srcOrd="1" destOrd="0" presId="urn:microsoft.com/office/officeart/2005/8/layout/orgChart1"/>
    <dgm:cxn modelId="{86712DD9-9895-4DB7-AA18-1C640427C765}" type="presParOf" srcId="{31F3D011-186E-408C-9D1F-1094EB7C6C97}" destId="{96792C88-08F5-4B80-A6AB-5EC26BE1497E}" srcOrd="0" destOrd="0" presId="urn:microsoft.com/office/officeart/2005/8/layout/orgChart1"/>
    <dgm:cxn modelId="{B7F6A103-6535-4293-8FA8-28C3A5B8D62D}" type="presParOf" srcId="{31F3D011-186E-408C-9D1F-1094EB7C6C97}" destId="{75064269-1768-42A4-B65B-9D630DE1308D}" srcOrd="1" destOrd="0" presId="urn:microsoft.com/office/officeart/2005/8/layout/orgChart1"/>
    <dgm:cxn modelId="{F4D809BD-B824-44B3-B637-2726D397E978}" type="presParOf" srcId="{75064269-1768-42A4-B65B-9D630DE1308D}" destId="{603BA30C-38F3-495D-8264-C99476DB57BF}" srcOrd="0" destOrd="0" presId="urn:microsoft.com/office/officeart/2005/8/layout/orgChart1"/>
    <dgm:cxn modelId="{DD54BB24-5332-4B71-84D5-67E59EA058B9}" type="presParOf" srcId="{603BA30C-38F3-495D-8264-C99476DB57BF}" destId="{2DAC15DD-32B4-458D-8526-D38AF40737CD}" srcOrd="0" destOrd="0" presId="urn:microsoft.com/office/officeart/2005/8/layout/orgChart1"/>
    <dgm:cxn modelId="{ECFFF879-5C7A-4AB5-99B9-ED18866E0F9E}" type="presParOf" srcId="{603BA30C-38F3-495D-8264-C99476DB57BF}" destId="{09AE71EA-148D-465D-A5CD-435E2A1AD3EF}" srcOrd="1" destOrd="0" presId="urn:microsoft.com/office/officeart/2005/8/layout/orgChart1"/>
    <dgm:cxn modelId="{39956AE7-ED88-4817-877E-16B2A242E05E}" type="presParOf" srcId="{75064269-1768-42A4-B65B-9D630DE1308D}" destId="{7E0477D5-0724-4AC6-8280-7D03F6A1D7BD}" srcOrd="1" destOrd="0" presId="urn:microsoft.com/office/officeart/2005/8/layout/orgChart1"/>
    <dgm:cxn modelId="{A579BB53-BDC3-4388-9E5B-FE50F98A994F}" type="presParOf" srcId="{75064269-1768-42A4-B65B-9D630DE1308D}" destId="{3ADB25E5-F6E2-4677-9EDA-9BBB38D7036D}" srcOrd="2" destOrd="0" presId="urn:microsoft.com/office/officeart/2005/8/layout/orgChart1"/>
    <dgm:cxn modelId="{26DE8096-291E-43CE-BFA1-6872802EB39C}" type="presParOf" srcId="{31F3D011-186E-408C-9D1F-1094EB7C6C97}" destId="{B649316D-F44B-41EF-859F-6296EAE303F3}" srcOrd="2" destOrd="0" presId="urn:microsoft.com/office/officeart/2005/8/layout/orgChart1"/>
    <dgm:cxn modelId="{31B45A6B-432F-4188-972C-A005CB8D4448}" type="presParOf" srcId="{31F3D011-186E-408C-9D1F-1094EB7C6C97}" destId="{FC54C491-88A3-4A6D-B959-9833757A693F}" srcOrd="3" destOrd="0" presId="urn:microsoft.com/office/officeart/2005/8/layout/orgChart1"/>
    <dgm:cxn modelId="{9FC8AD63-F228-4AA6-A295-B8205F5D8D1C}" type="presParOf" srcId="{FC54C491-88A3-4A6D-B959-9833757A693F}" destId="{6E36CD4F-0336-49E5-A714-5940D25A25F8}" srcOrd="0" destOrd="0" presId="urn:microsoft.com/office/officeart/2005/8/layout/orgChart1"/>
    <dgm:cxn modelId="{91263D59-73F9-49E2-92D8-8BB5B232F1E5}" type="presParOf" srcId="{6E36CD4F-0336-49E5-A714-5940D25A25F8}" destId="{8CFF3192-FA69-4DD0-8284-2A61AAFE1154}" srcOrd="0" destOrd="0" presId="urn:microsoft.com/office/officeart/2005/8/layout/orgChart1"/>
    <dgm:cxn modelId="{EECFAE73-59E9-4D49-AF78-EF5D96A270DA}" type="presParOf" srcId="{6E36CD4F-0336-49E5-A714-5940D25A25F8}" destId="{D753A081-1FDC-47CB-BC21-B730F41CFCE7}" srcOrd="1" destOrd="0" presId="urn:microsoft.com/office/officeart/2005/8/layout/orgChart1"/>
    <dgm:cxn modelId="{D740E746-213C-427D-89C0-1E38EB0CF6B2}" type="presParOf" srcId="{FC54C491-88A3-4A6D-B959-9833757A693F}" destId="{A3E4D050-6EEB-40BD-8068-06065205173D}" srcOrd="1" destOrd="0" presId="urn:microsoft.com/office/officeart/2005/8/layout/orgChart1"/>
    <dgm:cxn modelId="{8DA8BBF5-AF78-480A-8F3A-38D07F1DA270}" type="presParOf" srcId="{FC54C491-88A3-4A6D-B959-9833757A693F}" destId="{1B0911E8-790F-44BE-A762-281999453DE1}" srcOrd="2" destOrd="0" presId="urn:microsoft.com/office/officeart/2005/8/layout/orgChart1"/>
    <dgm:cxn modelId="{AE5CB760-B382-4878-9273-3A5DA5EA13FF}" type="presParOf" srcId="{31F3D011-186E-408C-9D1F-1094EB7C6C97}" destId="{C334FAFE-4AE1-4339-974D-E6DCCBD014ED}" srcOrd="4" destOrd="0" presId="urn:microsoft.com/office/officeart/2005/8/layout/orgChart1"/>
    <dgm:cxn modelId="{25BB9412-0BB5-49F1-99F5-B125102ED930}" type="presParOf" srcId="{31F3D011-186E-408C-9D1F-1094EB7C6C97}" destId="{630419E3-7FDE-4310-9B93-CB6491AF1B03}" srcOrd="5" destOrd="0" presId="urn:microsoft.com/office/officeart/2005/8/layout/orgChart1"/>
    <dgm:cxn modelId="{229857D0-13AE-4B0D-9261-C12FC1C102EF}" type="presParOf" srcId="{630419E3-7FDE-4310-9B93-CB6491AF1B03}" destId="{641484B6-9EB6-49A6-8730-7F5EC37BC026}" srcOrd="0" destOrd="0" presId="urn:microsoft.com/office/officeart/2005/8/layout/orgChart1"/>
    <dgm:cxn modelId="{E69C0CC5-D53F-4B24-860A-419203595229}" type="presParOf" srcId="{641484B6-9EB6-49A6-8730-7F5EC37BC026}" destId="{56FEC2E1-A21D-41C8-B744-A91E97093763}" srcOrd="0" destOrd="0" presId="urn:microsoft.com/office/officeart/2005/8/layout/orgChart1"/>
    <dgm:cxn modelId="{47D95E7C-C331-4AE7-A511-DA130AD39F42}" type="presParOf" srcId="{641484B6-9EB6-49A6-8730-7F5EC37BC026}" destId="{E70429F8-C708-4AE8-BE24-9A0EA52C5C88}" srcOrd="1" destOrd="0" presId="urn:microsoft.com/office/officeart/2005/8/layout/orgChart1"/>
    <dgm:cxn modelId="{8EEFA885-6C0F-4990-A3A7-5F7B5CABFA24}" type="presParOf" srcId="{630419E3-7FDE-4310-9B93-CB6491AF1B03}" destId="{86C04EE6-FF88-4F56-9483-AF6FE8E707BE}" srcOrd="1" destOrd="0" presId="urn:microsoft.com/office/officeart/2005/8/layout/orgChart1"/>
    <dgm:cxn modelId="{D8EE80EA-F9D1-44FC-A045-2D56169FB4E4}" type="presParOf" srcId="{630419E3-7FDE-4310-9B93-CB6491AF1B03}" destId="{325664DA-3FA6-4893-B7A5-1CDB3C029AE5}" srcOrd="2" destOrd="0" presId="urn:microsoft.com/office/officeart/2005/8/layout/orgChart1"/>
    <dgm:cxn modelId="{8D0D3FAD-BFE5-4CA5-A83B-50D9B004ECB0}" type="presParOf" srcId="{C1C05520-AE52-4F6A-B43F-E44AAC759ED4}" destId="{2A6DAC0F-19DB-40BF-A1BE-FAD70172812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DA34D7-F78B-44BA-AED0-5EF9B5EF9BA0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5729C31-928C-48E5-AFE0-E09813A56D96}">
      <dgm:prSet/>
      <dgm:spPr/>
      <dgm:t>
        <a:bodyPr/>
        <a:lstStyle/>
        <a:p>
          <a:r>
            <a:rPr lang="en-US" b="1" dirty="0"/>
            <a:t>Step 1:</a:t>
          </a:r>
          <a:endParaRPr lang="en-IN" dirty="0"/>
        </a:p>
      </dgm:t>
    </dgm:pt>
    <dgm:pt modelId="{CE3115DD-C786-4B5A-8BFA-4EBF47D678C9}" type="parTrans" cxnId="{3D3FA13F-9E14-454E-993A-DEE7E9AC53DC}">
      <dgm:prSet/>
      <dgm:spPr/>
      <dgm:t>
        <a:bodyPr/>
        <a:lstStyle/>
        <a:p>
          <a:endParaRPr lang="en-IN"/>
        </a:p>
      </dgm:t>
    </dgm:pt>
    <dgm:pt modelId="{2B56A51E-D8B2-4523-B575-9A72611949D8}" type="sibTrans" cxnId="{3D3FA13F-9E14-454E-993A-DEE7E9AC53DC}">
      <dgm:prSet/>
      <dgm:spPr/>
      <dgm:t>
        <a:bodyPr/>
        <a:lstStyle/>
        <a:p>
          <a:endParaRPr lang="en-IN"/>
        </a:p>
      </dgm:t>
    </dgm:pt>
    <dgm:pt modelId="{51003081-8FC4-42FB-88D2-BB10180D1CC1}">
      <dgm:prSet/>
      <dgm:spPr/>
      <dgm:t>
        <a:bodyPr/>
        <a:lstStyle/>
        <a:p>
          <a:r>
            <a:rPr lang="en-US" b="1" dirty="0"/>
            <a:t>Step </a:t>
          </a:r>
          <a:r>
            <a:rPr lang="en-US" b="1"/>
            <a:t>2:</a:t>
          </a:r>
          <a:endParaRPr lang="en-IN" dirty="0"/>
        </a:p>
      </dgm:t>
    </dgm:pt>
    <dgm:pt modelId="{19C14C02-9AD2-4B4D-BE21-C127BB497F34}" type="parTrans" cxnId="{96B220DB-30F1-4217-A79A-506C01873ECD}">
      <dgm:prSet/>
      <dgm:spPr/>
      <dgm:t>
        <a:bodyPr/>
        <a:lstStyle/>
        <a:p>
          <a:endParaRPr lang="en-IN"/>
        </a:p>
      </dgm:t>
    </dgm:pt>
    <dgm:pt modelId="{82104FD4-DA79-4FE7-906A-D82DC0FE0441}" type="sibTrans" cxnId="{96B220DB-30F1-4217-A79A-506C01873ECD}">
      <dgm:prSet/>
      <dgm:spPr/>
      <dgm:t>
        <a:bodyPr/>
        <a:lstStyle/>
        <a:p>
          <a:endParaRPr lang="en-IN"/>
        </a:p>
      </dgm:t>
    </dgm:pt>
    <dgm:pt modelId="{87E008F1-8573-4D45-8DC5-BF6292E8741A}">
      <dgm:prSet/>
      <dgm:spPr/>
      <dgm:t>
        <a:bodyPr/>
        <a:lstStyle/>
        <a:p>
          <a:pPr>
            <a:buNone/>
          </a:pPr>
          <a:r>
            <a:rPr lang="en-US" dirty="0"/>
            <a:t>The </a:t>
          </a:r>
          <a:r>
            <a:rPr lang="en-US" b="1" dirty="0"/>
            <a:t>SMTP server</a:t>
          </a:r>
          <a:r>
            <a:rPr lang="en-US" dirty="0"/>
            <a:t> sends code </a:t>
          </a:r>
          <a:r>
            <a:rPr lang="en-US" b="1" dirty="0"/>
            <a:t>220</a:t>
          </a:r>
          <a:r>
            <a:rPr lang="en-US" dirty="0"/>
            <a:t> (service ready) to indicate it is ready to receive mail. If unavailable, it sends code </a:t>
          </a:r>
          <a:r>
            <a:rPr lang="en-US" b="1" dirty="0"/>
            <a:t>421</a:t>
          </a:r>
          <a:r>
            <a:rPr lang="en-US" dirty="0"/>
            <a:t> (service not available).</a:t>
          </a:r>
          <a:endParaRPr lang="en-IN" dirty="0"/>
        </a:p>
      </dgm:t>
    </dgm:pt>
    <dgm:pt modelId="{EA1F7827-359F-4CEE-8F6E-FA00C6F526CF}" type="parTrans" cxnId="{53F1C969-DFCA-4DFF-A6FE-2EAA05C87FEC}">
      <dgm:prSet/>
      <dgm:spPr/>
      <dgm:t>
        <a:bodyPr/>
        <a:lstStyle/>
        <a:p>
          <a:endParaRPr lang="en-IN"/>
        </a:p>
      </dgm:t>
    </dgm:pt>
    <dgm:pt modelId="{52531CD8-FFB7-41F6-A51C-C404226C6897}" type="sibTrans" cxnId="{53F1C969-DFCA-4DFF-A6FE-2EAA05C87FEC}">
      <dgm:prSet/>
      <dgm:spPr/>
      <dgm:t>
        <a:bodyPr/>
        <a:lstStyle/>
        <a:p>
          <a:endParaRPr lang="en-IN"/>
        </a:p>
      </dgm:t>
    </dgm:pt>
    <dgm:pt modelId="{9B5A3B55-D6E2-4BBD-AE10-F5433AB0205F}">
      <dgm:prSet/>
      <dgm:spPr/>
      <dgm:t>
        <a:bodyPr/>
        <a:lstStyle/>
        <a:p>
          <a:pPr>
            <a:buNone/>
          </a:pPr>
          <a:r>
            <a:rPr lang="en-US" dirty="0"/>
            <a:t>The </a:t>
          </a:r>
          <a:r>
            <a:rPr lang="en-US" b="1" dirty="0"/>
            <a:t>SMTP client</a:t>
          </a:r>
          <a:r>
            <a:rPr lang="en-US" dirty="0"/>
            <a:t> sends a </a:t>
          </a:r>
          <a:r>
            <a:rPr lang="en-US" b="1" dirty="0"/>
            <a:t>HELO</a:t>
          </a:r>
          <a:r>
            <a:rPr lang="en-US" dirty="0"/>
            <a:t> message along with its domain name to introduce itself to the server.</a:t>
          </a:r>
          <a:endParaRPr lang="en-IN" dirty="0"/>
        </a:p>
      </dgm:t>
    </dgm:pt>
    <dgm:pt modelId="{42C8D191-66C5-4725-8D5D-C539A2A53A93}" type="parTrans" cxnId="{0BE4A7C9-1F0B-4132-9CEC-3F7EA70DA0EE}">
      <dgm:prSet/>
      <dgm:spPr/>
      <dgm:t>
        <a:bodyPr/>
        <a:lstStyle/>
        <a:p>
          <a:endParaRPr lang="en-IN"/>
        </a:p>
      </dgm:t>
    </dgm:pt>
    <dgm:pt modelId="{C3E8012C-FBB0-4545-ADE8-CF6D133CD4F8}" type="sibTrans" cxnId="{0BE4A7C9-1F0B-4132-9CEC-3F7EA70DA0EE}">
      <dgm:prSet/>
      <dgm:spPr/>
      <dgm:t>
        <a:bodyPr/>
        <a:lstStyle/>
        <a:p>
          <a:endParaRPr lang="en-IN"/>
        </a:p>
      </dgm:t>
    </dgm:pt>
    <dgm:pt modelId="{09B6EC73-CCB5-4191-BABC-6BEE83D2B01E}">
      <dgm:prSet/>
      <dgm:spPr/>
      <dgm:t>
        <a:bodyPr/>
        <a:lstStyle/>
        <a:p>
          <a:r>
            <a:rPr lang="en-US" b="1" dirty="0"/>
            <a:t>Step 3:</a:t>
          </a:r>
          <a:endParaRPr lang="en-IN" dirty="0"/>
        </a:p>
      </dgm:t>
    </dgm:pt>
    <dgm:pt modelId="{9B1F04FE-AED1-488A-ADAD-F407E04D6AD5}" type="parTrans" cxnId="{2C813DF9-AE27-49CD-90A6-A6A936C1EE40}">
      <dgm:prSet/>
      <dgm:spPr/>
      <dgm:t>
        <a:bodyPr/>
        <a:lstStyle/>
        <a:p>
          <a:endParaRPr lang="en-IN"/>
        </a:p>
      </dgm:t>
    </dgm:pt>
    <dgm:pt modelId="{F3144399-1F20-4F12-83C7-CD464188EBF8}" type="sibTrans" cxnId="{2C813DF9-AE27-49CD-90A6-A6A936C1EE40}">
      <dgm:prSet/>
      <dgm:spPr/>
      <dgm:t>
        <a:bodyPr/>
        <a:lstStyle/>
        <a:p>
          <a:endParaRPr lang="en-IN"/>
        </a:p>
      </dgm:t>
    </dgm:pt>
    <dgm:pt modelId="{BE1410D9-7C31-4EE9-98D7-D56395498FBD}">
      <dgm:prSet/>
      <dgm:spPr/>
      <dgm:t>
        <a:bodyPr/>
        <a:lstStyle/>
        <a:p>
          <a:pPr>
            <a:buNone/>
          </a:pPr>
          <a:r>
            <a:rPr lang="en-US" dirty="0"/>
            <a:t>The </a:t>
          </a:r>
          <a:r>
            <a:rPr lang="en-US" b="1" dirty="0"/>
            <a:t>server responds</a:t>
          </a:r>
          <a:r>
            <a:rPr lang="en-US" dirty="0"/>
            <a:t> with code </a:t>
          </a:r>
          <a:r>
            <a:rPr lang="en-US" b="1" dirty="0"/>
            <a:t>250</a:t>
          </a:r>
          <a:r>
            <a:rPr lang="en-US" dirty="0"/>
            <a:t> (request completed successfully) or another status code depending on the situation.</a:t>
          </a:r>
          <a:endParaRPr lang="en-IN" dirty="0"/>
        </a:p>
      </dgm:t>
    </dgm:pt>
    <dgm:pt modelId="{E5155859-EF0F-4722-B22B-C75E4D8597F1}" type="parTrans" cxnId="{7F84594E-2B35-4195-ADCB-CB2D26F0224E}">
      <dgm:prSet/>
      <dgm:spPr/>
      <dgm:t>
        <a:bodyPr/>
        <a:lstStyle/>
        <a:p>
          <a:endParaRPr lang="en-IN"/>
        </a:p>
      </dgm:t>
    </dgm:pt>
    <dgm:pt modelId="{FD15D9F8-C850-4ACF-8F80-F4939CEF5CE7}" type="sibTrans" cxnId="{7F84594E-2B35-4195-ADCB-CB2D26F0224E}">
      <dgm:prSet/>
      <dgm:spPr/>
      <dgm:t>
        <a:bodyPr/>
        <a:lstStyle/>
        <a:p>
          <a:endParaRPr lang="en-IN"/>
        </a:p>
      </dgm:t>
    </dgm:pt>
    <dgm:pt modelId="{F61B0EEA-61EA-4576-8D50-02D1318F4EF7}" type="pres">
      <dgm:prSet presAssocID="{48DA34D7-F78B-44BA-AED0-5EF9B5EF9BA0}" presName="linearFlow" presStyleCnt="0">
        <dgm:presLayoutVars>
          <dgm:dir/>
          <dgm:animLvl val="lvl"/>
          <dgm:resizeHandles val="exact"/>
        </dgm:presLayoutVars>
      </dgm:prSet>
      <dgm:spPr/>
    </dgm:pt>
    <dgm:pt modelId="{228BC0C5-2ED3-4CCD-BA9C-EE22FB5D10CD}" type="pres">
      <dgm:prSet presAssocID="{E5729C31-928C-48E5-AFE0-E09813A56D96}" presName="composite" presStyleCnt="0"/>
      <dgm:spPr/>
    </dgm:pt>
    <dgm:pt modelId="{B064F517-8A5E-4996-B4C5-F3489CBEF50F}" type="pres">
      <dgm:prSet presAssocID="{E5729C31-928C-48E5-AFE0-E09813A56D96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38E2F8B9-67BE-484C-BBD4-100EBDBF7E72}" type="pres">
      <dgm:prSet presAssocID="{E5729C31-928C-48E5-AFE0-E09813A56D96}" presName="descendantText" presStyleLbl="alignAcc1" presStyleIdx="0" presStyleCnt="3">
        <dgm:presLayoutVars>
          <dgm:bulletEnabled val="1"/>
        </dgm:presLayoutVars>
      </dgm:prSet>
      <dgm:spPr/>
    </dgm:pt>
    <dgm:pt modelId="{573D6AD0-F2B5-4BB4-9717-083B49E7D097}" type="pres">
      <dgm:prSet presAssocID="{2B56A51E-D8B2-4523-B575-9A72611949D8}" presName="sp" presStyleCnt="0"/>
      <dgm:spPr/>
    </dgm:pt>
    <dgm:pt modelId="{48E60DAB-893C-4728-9C5B-D87401CF488C}" type="pres">
      <dgm:prSet presAssocID="{51003081-8FC4-42FB-88D2-BB10180D1CC1}" presName="composite" presStyleCnt="0"/>
      <dgm:spPr/>
    </dgm:pt>
    <dgm:pt modelId="{21E69554-F89A-4C12-9491-777F2AF32467}" type="pres">
      <dgm:prSet presAssocID="{51003081-8FC4-42FB-88D2-BB10180D1CC1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67A44AE5-7DC6-4189-8E11-037E4C7B315F}" type="pres">
      <dgm:prSet presAssocID="{51003081-8FC4-42FB-88D2-BB10180D1CC1}" presName="descendantText" presStyleLbl="alignAcc1" presStyleIdx="1" presStyleCnt="3">
        <dgm:presLayoutVars>
          <dgm:bulletEnabled val="1"/>
        </dgm:presLayoutVars>
      </dgm:prSet>
      <dgm:spPr/>
    </dgm:pt>
    <dgm:pt modelId="{6D94743B-F624-42DA-8652-35C23F64FADD}" type="pres">
      <dgm:prSet presAssocID="{82104FD4-DA79-4FE7-906A-D82DC0FE0441}" presName="sp" presStyleCnt="0"/>
      <dgm:spPr/>
    </dgm:pt>
    <dgm:pt modelId="{E7D8B9D5-15B9-4DF9-BB0E-8E01D221FA6D}" type="pres">
      <dgm:prSet presAssocID="{09B6EC73-CCB5-4191-BABC-6BEE83D2B01E}" presName="composite" presStyleCnt="0"/>
      <dgm:spPr/>
    </dgm:pt>
    <dgm:pt modelId="{6E1447F7-DC59-44C2-9041-4ACA9D1251BB}" type="pres">
      <dgm:prSet presAssocID="{09B6EC73-CCB5-4191-BABC-6BEE83D2B01E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0A2A6C74-7B76-44DB-B128-DD5D4E7EFF69}" type="pres">
      <dgm:prSet presAssocID="{09B6EC73-CCB5-4191-BABC-6BEE83D2B01E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DE1E2C07-BADA-41BE-9E6F-3DD09F8D3E90}" type="presOf" srcId="{E5729C31-928C-48E5-AFE0-E09813A56D96}" destId="{B064F517-8A5E-4996-B4C5-F3489CBEF50F}" srcOrd="0" destOrd="0" presId="urn:microsoft.com/office/officeart/2005/8/layout/chevron2"/>
    <dgm:cxn modelId="{09070913-928B-45A7-9928-82248C30ECAB}" type="presOf" srcId="{48DA34D7-F78B-44BA-AED0-5EF9B5EF9BA0}" destId="{F61B0EEA-61EA-4576-8D50-02D1318F4EF7}" srcOrd="0" destOrd="0" presId="urn:microsoft.com/office/officeart/2005/8/layout/chevron2"/>
    <dgm:cxn modelId="{2D54643C-BEBA-4CAC-8D99-53C9E05F55CE}" type="presOf" srcId="{51003081-8FC4-42FB-88D2-BB10180D1CC1}" destId="{21E69554-F89A-4C12-9491-777F2AF32467}" srcOrd="0" destOrd="0" presId="urn:microsoft.com/office/officeart/2005/8/layout/chevron2"/>
    <dgm:cxn modelId="{3D3FA13F-9E14-454E-993A-DEE7E9AC53DC}" srcId="{48DA34D7-F78B-44BA-AED0-5EF9B5EF9BA0}" destId="{E5729C31-928C-48E5-AFE0-E09813A56D96}" srcOrd="0" destOrd="0" parTransId="{CE3115DD-C786-4B5A-8BFA-4EBF47D678C9}" sibTransId="{2B56A51E-D8B2-4523-B575-9A72611949D8}"/>
    <dgm:cxn modelId="{53F1C969-DFCA-4DFF-A6FE-2EAA05C87FEC}" srcId="{E5729C31-928C-48E5-AFE0-E09813A56D96}" destId="{87E008F1-8573-4D45-8DC5-BF6292E8741A}" srcOrd="0" destOrd="0" parTransId="{EA1F7827-359F-4CEE-8F6E-FA00C6F526CF}" sibTransId="{52531CD8-FFB7-41F6-A51C-C404226C6897}"/>
    <dgm:cxn modelId="{7693A66B-316A-4C12-8AE6-3853FD61A118}" type="presOf" srcId="{87E008F1-8573-4D45-8DC5-BF6292E8741A}" destId="{38E2F8B9-67BE-484C-BBD4-100EBDBF7E72}" srcOrd="0" destOrd="0" presId="urn:microsoft.com/office/officeart/2005/8/layout/chevron2"/>
    <dgm:cxn modelId="{7F84594E-2B35-4195-ADCB-CB2D26F0224E}" srcId="{09B6EC73-CCB5-4191-BABC-6BEE83D2B01E}" destId="{BE1410D9-7C31-4EE9-98D7-D56395498FBD}" srcOrd="0" destOrd="0" parTransId="{E5155859-EF0F-4722-B22B-C75E4D8597F1}" sibTransId="{FD15D9F8-C850-4ACF-8F80-F4939CEF5CE7}"/>
    <dgm:cxn modelId="{971A49B9-5799-4EFD-A586-B0C93F6C1285}" type="presOf" srcId="{BE1410D9-7C31-4EE9-98D7-D56395498FBD}" destId="{0A2A6C74-7B76-44DB-B128-DD5D4E7EFF69}" srcOrd="0" destOrd="0" presId="urn:microsoft.com/office/officeart/2005/8/layout/chevron2"/>
    <dgm:cxn modelId="{0BE4A7C9-1F0B-4132-9CEC-3F7EA70DA0EE}" srcId="{51003081-8FC4-42FB-88D2-BB10180D1CC1}" destId="{9B5A3B55-D6E2-4BBD-AE10-F5433AB0205F}" srcOrd="0" destOrd="0" parTransId="{42C8D191-66C5-4725-8D5D-C539A2A53A93}" sibTransId="{C3E8012C-FBB0-4545-ADE8-CF6D133CD4F8}"/>
    <dgm:cxn modelId="{96B220DB-30F1-4217-A79A-506C01873ECD}" srcId="{48DA34D7-F78B-44BA-AED0-5EF9B5EF9BA0}" destId="{51003081-8FC4-42FB-88D2-BB10180D1CC1}" srcOrd="1" destOrd="0" parTransId="{19C14C02-9AD2-4B4D-BE21-C127BB497F34}" sibTransId="{82104FD4-DA79-4FE7-906A-D82DC0FE0441}"/>
    <dgm:cxn modelId="{8D9635F1-4B98-4878-9646-6366A535142F}" type="presOf" srcId="{9B5A3B55-D6E2-4BBD-AE10-F5433AB0205F}" destId="{67A44AE5-7DC6-4189-8E11-037E4C7B315F}" srcOrd="0" destOrd="0" presId="urn:microsoft.com/office/officeart/2005/8/layout/chevron2"/>
    <dgm:cxn modelId="{AC6DADF1-5D12-47F1-8740-1FFF84B5D3D2}" type="presOf" srcId="{09B6EC73-CCB5-4191-BABC-6BEE83D2B01E}" destId="{6E1447F7-DC59-44C2-9041-4ACA9D1251BB}" srcOrd="0" destOrd="0" presId="urn:microsoft.com/office/officeart/2005/8/layout/chevron2"/>
    <dgm:cxn modelId="{2C813DF9-AE27-49CD-90A6-A6A936C1EE40}" srcId="{48DA34D7-F78B-44BA-AED0-5EF9B5EF9BA0}" destId="{09B6EC73-CCB5-4191-BABC-6BEE83D2B01E}" srcOrd="2" destOrd="0" parTransId="{9B1F04FE-AED1-488A-ADAD-F407E04D6AD5}" sibTransId="{F3144399-1F20-4F12-83C7-CD464188EBF8}"/>
    <dgm:cxn modelId="{C58DC5E5-87C4-4EAF-8DC4-6D80FAD3D2E3}" type="presParOf" srcId="{F61B0EEA-61EA-4576-8D50-02D1318F4EF7}" destId="{228BC0C5-2ED3-4CCD-BA9C-EE22FB5D10CD}" srcOrd="0" destOrd="0" presId="urn:microsoft.com/office/officeart/2005/8/layout/chevron2"/>
    <dgm:cxn modelId="{9E6BDAF3-1E4C-436A-BD34-C874D52C65CD}" type="presParOf" srcId="{228BC0C5-2ED3-4CCD-BA9C-EE22FB5D10CD}" destId="{B064F517-8A5E-4996-B4C5-F3489CBEF50F}" srcOrd="0" destOrd="0" presId="urn:microsoft.com/office/officeart/2005/8/layout/chevron2"/>
    <dgm:cxn modelId="{6F07C41D-97E6-491C-B3B5-115BB0F6D008}" type="presParOf" srcId="{228BC0C5-2ED3-4CCD-BA9C-EE22FB5D10CD}" destId="{38E2F8B9-67BE-484C-BBD4-100EBDBF7E72}" srcOrd="1" destOrd="0" presId="urn:microsoft.com/office/officeart/2005/8/layout/chevron2"/>
    <dgm:cxn modelId="{33936303-5BD0-4CAE-8787-DF7881D1CB1A}" type="presParOf" srcId="{F61B0EEA-61EA-4576-8D50-02D1318F4EF7}" destId="{573D6AD0-F2B5-4BB4-9717-083B49E7D097}" srcOrd="1" destOrd="0" presId="urn:microsoft.com/office/officeart/2005/8/layout/chevron2"/>
    <dgm:cxn modelId="{0F588CAE-0CE7-480C-8369-42E21587E6A3}" type="presParOf" srcId="{F61B0EEA-61EA-4576-8D50-02D1318F4EF7}" destId="{48E60DAB-893C-4728-9C5B-D87401CF488C}" srcOrd="2" destOrd="0" presId="urn:microsoft.com/office/officeart/2005/8/layout/chevron2"/>
    <dgm:cxn modelId="{5D34CE16-A4E5-4CDD-A423-A518E0BA85A4}" type="presParOf" srcId="{48E60DAB-893C-4728-9C5B-D87401CF488C}" destId="{21E69554-F89A-4C12-9491-777F2AF32467}" srcOrd="0" destOrd="0" presId="urn:microsoft.com/office/officeart/2005/8/layout/chevron2"/>
    <dgm:cxn modelId="{C8C9621B-B04C-459D-9CC2-2497336C3899}" type="presParOf" srcId="{48E60DAB-893C-4728-9C5B-D87401CF488C}" destId="{67A44AE5-7DC6-4189-8E11-037E4C7B315F}" srcOrd="1" destOrd="0" presId="urn:microsoft.com/office/officeart/2005/8/layout/chevron2"/>
    <dgm:cxn modelId="{10CDC7CE-A499-4A2F-B05E-5C04561B7AFC}" type="presParOf" srcId="{F61B0EEA-61EA-4576-8D50-02D1318F4EF7}" destId="{6D94743B-F624-42DA-8652-35C23F64FADD}" srcOrd="3" destOrd="0" presId="urn:microsoft.com/office/officeart/2005/8/layout/chevron2"/>
    <dgm:cxn modelId="{682F938F-6A65-435C-8CDF-FB93AF430C71}" type="presParOf" srcId="{F61B0EEA-61EA-4576-8D50-02D1318F4EF7}" destId="{E7D8B9D5-15B9-4DF9-BB0E-8E01D221FA6D}" srcOrd="4" destOrd="0" presId="urn:microsoft.com/office/officeart/2005/8/layout/chevron2"/>
    <dgm:cxn modelId="{A41E4319-9826-439F-A38C-2C78BDB60C15}" type="presParOf" srcId="{E7D8B9D5-15B9-4DF9-BB0E-8E01D221FA6D}" destId="{6E1447F7-DC59-44C2-9041-4ACA9D1251BB}" srcOrd="0" destOrd="0" presId="urn:microsoft.com/office/officeart/2005/8/layout/chevron2"/>
    <dgm:cxn modelId="{1A6EA91D-E0AA-4357-8BBF-4043769B4303}" type="presParOf" srcId="{E7D8B9D5-15B9-4DF9-BB0E-8E01D221FA6D}" destId="{0A2A6C74-7B76-44DB-B128-DD5D4E7EFF6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E646E4-A475-467A-9EA3-0E23075518B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B5E4C1B-7FAC-4B21-AF3B-755C69C23DA6}">
      <dgm:prSet custT="1"/>
      <dgm:spPr/>
      <dgm:t>
        <a:bodyPr/>
        <a:lstStyle/>
        <a:p>
          <a:r>
            <a:rPr lang="en-US" sz="1400" b="1">
              <a:latin typeface="Arial" panose="020B0604020202020204" pitchFamily="34" charset="0"/>
              <a:cs typeface="Arial" panose="020B0604020202020204" pitchFamily="34" charset="0"/>
            </a:rPr>
            <a:t>Step 1:</a:t>
          </a:r>
          <a:r>
            <a:rPr lang="en-US" sz="14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5C161D-52D7-4ECC-8685-2B34F1811660}" type="parTrans" cxnId="{E7EE6598-5648-4FBA-BC97-7717F436C6F7}">
      <dgm:prSet/>
      <dgm:spPr/>
      <dgm:t>
        <a:bodyPr/>
        <a:lstStyle/>
        <a:p>
          <a:endParaRPr lang="en-IN"/>
        </a:p>
      </dgm:t>
    </dgm:pt>
    <dgm:pt modelId="{FB33A95B-2FC7-40F1-9570-30B43869C5B1}" type="sibTrans" cxnId="{E7EE6598-5648-4FBA-BC97-7717F436C6F7}">
      <dgm:prSet/>
      <dgm:spPr/>
      <dgm:t>
        <a:bodyPr/>
        <a:lstStyle/>
        <a:p>
          <a:endParaRPr lang="en-IN"/>
        </a:p>
      </dgm:t>
    </dgm:pt>
    <dgm:pt modelId="{72DCF270-1109-4B1F-8D20-7C1CDD68E31A}">
      <dgm:prSet custT="1"/>
      <dgm:spPr/>
      <dgm:t>
        <a:bodyPr/>
        <a:lstStyle/>
        <a:p>
          <a:pPr>
            <a:buNone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Client sends 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MAIL FROM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to introduce the sender’s address (used for error reporting).</a:t>
          </a:r>
          <a:endParaRPr lang="en-IN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DADBEA7-7929-4DD7-A5CA-64935BDAC90D}" type="parTrans" cxnId="{81648608-82FA-42A8-8B24-A4670D0A9090}">
      <dgm:prSet/>
      <dgm:spPr/>
      <dgm:t>
        <a:bodyPr/>
        <a:lstStyle/>
        <a:p>
          <a:endParaRPr lang="en-IN"/>
        </a:p>
      </dgm:t>
    </dgm:pt>
    <dgm:pt modelId="{0524C0EC-94C5-4AD2-8FE7-1BDF6858541C}" type="sibTrans" cxnId="{81648608-82FA-42A8-8B24-A4670D0A9090}">
      <dgm:prSet/>
      <dgm:spPr/>
      <dgm:t>
        <a:bodyPr/>
        <a:lstStyle/>
        <a:p>
          <a:endParaRPr lang="en-IN"/>
        </a:p>
      </dgm:t>
    </dgm:pt>
    <dgm:pt modelId="{02A37B59-9F7D-4996-9E94-85C9206ED35E}">
      <dgm:prSet custT="1"/>
      <dgm:spPr/>
      <dgm:t>
        <a:bodyPr/>
        <a:lstStyle/>
        <a:p>
          <a:r>
            <a:rPr lang="en-US" sz="1400" b="1">
              <a:latin typeface="Arial" panose="020B0604020202020204" pitchFamily="34" charset="0"/>
              <a:cs typeface="Arial" panose="020B0604020202020204" pitchFamily="34" charset="0"/>
            </a:rPr>
            <a:t>Step 2:</a:t>
          </a:r>
          <a:r>
            <a:rPr lang="en-US" sz="14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5AD44E-B0EC-4DD6-B21C-506124706744}" type="parTrans" cxnId="{AB7B2002-0884-4DBC-9112-A7B2AAD9170D}">
      <dgm:prSet/>
      <dgm:spPr/>
      <dgm:t>
        <a:bodyPr/>
        <a:lstStyle/>
        <a:p>
          <a:endParaRPr lang="en-IN"/>
        </a:p>
      </dgm:t>
    </dgm:pt>
    <dgm:pt modelId="{93E2A0D8-D705-4AD5-B3AC-03A30EE4AA6C}" type="sibTrans" cxnId="{AB7B2002-0884-4DBC-9112-A7B2AAD9170D}">
      <dgm:prSet/>
      <dgm:spPr/>
      <dgm:t>
        <a:bodyPr/>
        <a:lstStyle/>
        <a:p>
          <a:endParaRPr lang="en-IN"/>
        </a:p>
      </dgm:t>
    </dgm:pt>
    <dgm:pt modelId="{4E93FF90-D83B-4FB3-A7D4-02E80DC931D4}">
      <dgm:prSet custT="1"/>
      <dgm:spPr/>
      <dgm:t>
        <a:bodyPr/>
        <a:lstStyle/>
        <a:p>
          <a:pPr>
            <a:buNone/>
          </a:pP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Server responds with </a:t>
          </a:r>
          <a:r>
            <a:rPr lang="en-US" sz="1600" b="1">
              <a:latin typeface="Arial" panose="020B0604020202020204" pitchFamily="34" charset="0"/>
              <a:cs typeface="Arial" panose="020B0604020202020204" pitchFamily="34" charset="0"/>
            </a:rPr>
            <a:t>250 (OK)</a:t>
          </a: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 to confirm.</a:t>
          </a:r>
          <a:endParaRPr lang="en-IN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1C4934-3CB2-4297-A257-E90E9899BD49}" type="parTrans" cxnId="{1284346A-70FF-466B-86BD-970CBF0D19F8}">
      <dgm:prSet/>
      <dgm:spPr/>
      <dgm:t>
        <a:bodyPr/>
        <a:lstStyle/>
        <a:p>
          <a:endParaRPr lang="en-IN"/>
        </a:p>
      </dgm:t>
    </dgm:pt>
    <dgm:pt modelId="{FBBFF4C0-BA51-4C31-BF56-16139F459D10}" type="sibTrans" cxnId="{1284346A-70FF-466B-86BD-970CBF0D19F8}">
      <dgm:prSet/>
      <dgm:spPr/>
      <dgm:t>
        <a:bodyPr/>
        <a:lstStyle/>
        <a:p>
          <a:endParaRPr lang="en-IN"/>
        </a:p>
      </dgm:t>
    </dgm:pt>
    <dgm:pt modelId="{B1C60DF6-9958-4B4D-A05E-85A788068AB9}">
      <dgm:prSet custT="1"/>
      <dgm:spPr/>
      <dgm:t>
        <a:bodyPr/>
        <a:lstStyle/>
        <a:p>
          <a:r>
            <a:rPr lang="en-US" sz="1400" b="1">
              <a:latin typeface="Arial" panose="020B0604020202020204" pitchFamily="34" charset="0"/>
              <a:cs typeface="Arial" panose="020B0604020202020204" pitchFamily="34" charset="0"/>
            </a:rPr>
            <a:t>Step 3:</a:t>
          </a:r>
          <a:r>
            <a:rPr lang="en-US" sz="14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D70E3E1-CF50-421E-8D38-2A8C4BE533C7}" type="parTrans" cxnId="{6889867C-BCF6-4E8B-9520-3D1E6392E423}">
      <dgm:prSet/>
      <dgm:spPr/>
      <dgm:t>
        <a:bodyPr/>
        <a:lstStyle/>
        <a:p>
          <a:endParaRPr lang="en-IN"/>
        </a:p>
      </dgm:t>
    </dgm:pt>
    <dgm:pt modelId="{F23E62E8-FA78-4A95-8C00-EAEC59254CFD}" type="sibTrans" cxnId="{6889867C-BCF6-4E8B-9520-3D1E6392E423}">
      <dgm:prSet/>
      <dgm:spPr/>
      <dgm:t>
        <a:bodyPr/>
        <a:lstStyle/>
        <a:p>
          <a:endParaRPr lang="en-IN"/>
        </a:p>
      </dgm:t>
    </dgm:pt>
    <dgm:pt modelId="{2BF3C443-C990-4DEA-A82B-5D8119E59F40}">
      <dgm:prSet custT="1"/>
      <dgm:spPr/>
      <dgm:t>
        <a:bodyPr/>
        <a:lstStyle/>
        <a:p>
          <a:pPr>
            <a:buNone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Client sends 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RCPT TO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with the recipient’s address.</a:t>
          </a:r>
          <a:endParaRPr lang="en-IN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9859DC-9522-4D34-A95D-22F2027ED192}" type="parTrans" cxnId="{3EB315F3-33C1-43E0-AD34-67579534BE5A}">
      <dgm:prSet/>
      <dgm:spPr/>
      <dgm:t>
        <a:bodyPr/>
        <a:lstStyle/>
        <a:p>
          <a:endParaRPr lang="en-IN"/>
        </a:p>
      </dgm:t>
    </dgm:pt>
    <dgm:pt modelId="{A6688479-8A03-4339-AF01-55E583F72784}" type="sibTrans" cxnId="{3EB315F3-33C1-43E0-AD34-67579534BE5A}">
      <dgm:prSet/>
      <dgm:spPr/>
      <dgm:t>
        <a:bodyPr/>
        <a:lstStyle/>
        <a:p>
          <a:endParaRPr lang="en-IN"/>
        </a:p>
      </dgm:t>
    </dgm:pt>
    <dgm:pt modelId="{5887BE07-05CF-4AB1-8571-B3A2FE38A2D6}">
      <dgm:prSet custT="1"/>
      <dgm:spPr/>
      <dgm:t>
        <a:bodyPr/>
        <a:lstStyle/>
        <a:p>
          <a:r>
            <a:rPr lang="en-US" sz="1400" b="1">
              <a:latin typeface="Arial" panose="020B0604020202020204" pitchFamily="34" charset="0"/>
              <a:cs typeface="Arial" panose="020B0604020202020204" pitchFamily="34" charset="0"/>
            </a:rPr>
            <a:t>Step 4:</a:t>
          </a:r>
          <a:r>
            <a:rPr lang="en-US" sz="14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4C6CAB8-0F19-479E-93A9-41DAE3CA86D9}" type="parTrans" cxnId="{A3186C1F-0E82-485A-9838-CC67C99D00E2}">
      <dgm:prSet/>
      <dgm:spPr/>
      <dgm:t>
        <a:bodyPr/>
        <a:lstStyle/>
        <a:p>
          <a:endParaRPr lang="en-IN"/>
        </a:p>
      </dgm:t>
    </dgm:pt>
    <dgm:pt modelId="{6D45B2D2-96EE-4950-B7EF-75377DCC849D}" type="sibTrans" cxnId="{A3186C1F-0E82-485A-9838-CC67C99D00E2}">
      <dgm:prSet/>
      <dgm:spPr/>
      <dgm:t>
        <a:bodyPr/>
        <a:lstStyle/>
        <a:p>
          <a:endParaRPr lang="en-IN"/>
        </a:p>
      </dgm:t>
    </dgm:pt>
    <dgm:pt modelId="{6223EAEB-9C9D-4D9C-9BAB-897942DBACE3}">
      <dgm:prSet custT="1"/>
      <dgm:spPr/>
      <dgm:t>
        <a:bodyPr/>
        <a:lstStyle/>
        <a:p>
          <a:pPr>
            <a:buNone/>
          </a:pP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Server responds with </a:t>
          </a:r>
          <a:r>
            <a:rPr lang="en-US" sz="1600" b="1">
              <a:latin typeface="Arial" panose="020B0604020202020204" pitchFamily="34" charset="0"/>
              <a:cs typeface="Arial" panose="020B0604020202020204" pitchFamily="34" charset="0"/>
            </a:rPr>
            <a:t>250 (OK)</a:t>
          </a: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 to confirm (repeated for multiple recipients).</a:t>
          </a:r>
          <a:endParaRPr lang="en-IN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FD8559-C573-4402-9C17-028AEA977398}" type="parTrans" cxnId="{A0E07CB2-B588-4311-ABE3-24C6AA9B5732}">
      <dgm:prSet/>
      <dgm:spPr/>
      <dgm:t>
        <a:bodyPr/>
        <a:lstStyle/>
        <a:p>
          <a:endParaRPr lang="en-IN"/>
        </a:p>
      </dgm:t>
    </dgm:pt>
    <dgm:pt modelId="{25414E53-6C4A-40E7-BD77-FE6395F05E34}" type="sibTrans" cxnId="{A0E07CB2-B588-4311-ABE3-24C6AA9B5732}">
      <dgm:prSet/>
      <dgm:spPr/>
      <dgm:t>
        <a:bodyPr/>
        <a:lstStyle/>
        <a:p>
          <a:endParaRPr lang="en-IN"/>
        </a:p>
      </dgm:t>
    </dgm:pt>
    <dgm:pt modelId="{A68DE21D-7091-4561-B6F2-FE3205F36DB3}">
      <dgm:prSet custT="1"/>
      <dgm:spPr/>
      <dgm:t>
        <a:bodyPr/>
        <a:lstStyle/>
        <a:p>
          <a:r>
            <a:rPr lang="en-US" sz="1400" b="1">
              <a:latin typeface="Arial" panose="020B0604020202020204" pitchFamily="34" charset="0"/>
              <a:cs typeface="Arial" panose="020B0604020202020204" pitchFamily="34" charset="0"/>
            </a:rPr>
            <a:t>Step 5:</a:t>
          </a:r>
          <a:r>
            <a:rPr lang="en-US" sz="14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AA1367-6C8B-4B98-9841-E8CDE26FDA0E}" type="parTrans" cxnId="{951AAB49-8E8A-41F7-A2A4-7C41600CB533}">
      <dgm:prSet/>
      <dgm:spPr/>
      <dgm:t>
        <a:bodyPr/>
        <a:lstStyle/>
        <a:p>
          <a:endParaRPr lang="en-IN"/>
        </a:p>
      </dgm:t>
    </dgm:pt>
    <dgm:pt modelId="{DCD12D58-5D78-4686-9A74-29821923C9F4}" type="sibTrans" cxnId="{951AAB49-8E8A-41F7-A2A4-7C41600CB533}">
      <dgm:prSet/>
      <dgm:spPr/>
      <dgm:t>
        <a:bodyPr/>
        <a:lstStyle/>
        <a:p>
          <a:endParaRPr lang="en-IN"/>
        </a:p>
      </dgm:t>
    </dgm:pt>
    <dgm:pt modelId="{F4C9A859-D7F1-4496-88CE-84ED7C8325DF}">
      <dgm:prSet custT="1"/>
      <dgm:spPr/>
      <dgm:t>
        <a:bodyPr/>
        <a:lstStyle/>
        <a:p>
          <a:pPr>
            <a:buNone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Client sends 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DATA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command to start message transfer.</a:t>
          </a:r>
          <a:endParaRPr lang="en-IN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BD4B34E-7118-4179-A838-7812BC2C9783}" type="parTrans" cxnId="{79B2BF0A-AD56-4DCE-B735-51207D03E916}">
      <dgm:prSet/>
      <dgm:spPr/>
      <dgm:t>
        <a:bodyPr/>
        <a:lstStyle/>
        <a:p>
          <a:endParaRPr lang="en-IN"/>
        </a:p>
      </dgm:t>
    </dgm:pt>
    <dgm:pt modelId="{07FAF4A1-2490-440A-8710-6FBCCCB0C687}" type="sibTrans" cxnId="{79B2BF0A-AD56-4DCE-B735-51207D03E916}">
      <dgm:prSet/>
      <dgm:spPr/>
      <dgm:t>
        <a:bodyPr/>
        <a:lstStyle/>
        <a:p>
          <a:endParaRPr lang="en-IN"/>
        </a:p>
      </dgm:t>
    </dgm:pt>
    <dgm:pt modelId="{71BD7748-3082-4D9C-8D66-23B3D493998E}">
      <dgm:prSet custT="1"/>
      <dgm:spPr/>
      <dgm:t>
        <a:bodyPr/>
        <a:lstStyle/>
        <a:p>
          <a:r>
            <a:rPr lang="en-US" sz="1400" b="1">
              <a:latin typeface="Arial" panose="020B0604020202020204" pitchFamily="34" charset="0"/>
              <a:cs typeface="Arial" panose="020B0604020202020204" pitchFamily="34" charset="0"/>
            </a:rPr>
            <a:t>Step 6:</a:t>
          </a:r>
          <a:r>
            <a:rPr lang="en-US" sz="14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7F4893-CE2E-4243-B4E3-8A527FA28EE9}" type="parTrans" cxnId="{65F5250A-DF54-4A7D-B00A-413C254FE7C3}">
      <dgm:prSet/>
      <dgm:spPr/>
      <dgm:t>
        <a:bodyPr/>
        <a:lstStyle/>
        <a:p>
          <a:endParaRPr lang="en-IN"/>
        </a:p>
      </dgm:t>
    </dgm:pt>
    <dgm:pt modelId="{2DA0155C-68B7-4142-8813-404E3160FEC6}" type="sibTrans" cxnId="{65F5250A-DF54-4A7D-B00A-413C254FE7C3}">
      <dgm:prSet/>
      <dgm:spPr/>
      <dgm:t>
        <a:bodyPr/>
        <a:lstStyle/>
        <a:p>
          <a:endParaRPr lang="en-IN"/>
        </a:p>
      </dgm:t>
    </dgm:pt>
    <dgm:pt modelId="{F44640DE-9FBE-4600-97BD-A840EAB4E67D}">
      <dgm:prSet custT="1"/>
      <dgm:spPr/>
      <dgm:t>
        <a:bodyPr/>
        <a:lstStyle/>
        <a:p>
          <a:pPr>
            <a:buNone/>
          </a:pP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Server responds with </a:t>
          </a:r>
          <a:r>
            <a:rPr lang="en-US" sz="1600" b="1">
              <a:latin typeface="Arial" panose="020B0604020202020204" pitchFamily="34" charset="0"/>
              <a:cs typeface="Arial" panose="020B0604020202020204" pitchFamily="34" charset="0"/>
            </a:rPr>
            <a:t>354 (Start mail input)</a:t>
          </a: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 indicating readiness.</a:t>
          </a:r>
          <a:endParaRPr lang="en-IN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635E376-AB6F-4D11-B3AA-CD971BA162F8}" type="parTrans" cxnId="{678548D5-3199-421B-95EC-B3AE423EFB77}">
      <dgm:prSet/>
      <dgm:spPr/>
      <dgm:t>
        <a:bodyPr/>
        <a:lstStyle/>
        <a:p>
          <a:endParaRPr lang="en-IN"/>
        </a:p>
      </dgm:t>
    </dgm:pt>
    <dgm:pt modelId="{5E63D39A-38A3-4B40-9EEE-88A9AABF80FD}" type="sibTrans" cxnId="{678548D5-3199-421B-95EC-B3AE423EFB77}">
      <dgm:prSet/>
      <dgm:spPr/>
      <dgm:t>
        <a:bodyPr/>
        <a:lstStyle/>
        <a:p>
          <a:endParaRPr lang="en-IN"/>
        </a:p>
      </dgm:t>
    </dgm:pt>
    <dgm:pt modelId="{F5F2F40F-960B-4809-AC55-4ABE1FACF1B2}">
      <dgm:prSet custT="1"/>
      <dgm:spPr/>
      <dgm:t>
        <a:bodyPr/>
        <a:lstStyle/>
        <a:p>
          <a:r>
            <a:rPr lang="en-US" sz="1400" b="1">
              <a:latin typeface="Arial" panose="020B0604020202020204" pitchFamily="34" charset="0"/>
              <a:cs typeface="Arial" panose="020B0604020202020204" pitchFamily="34" charset="0"/>
            </a:rPr>
            <a:t>Step 7:</a:t>
          </a:r>
          <a:r>
            <a:rPr lang="en-US" sz="14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D675D6-F063-4DD5-9A89-4317A242601D}" type="parTrans" cxnId="{DA0D70C8-618F-4ADA-B1F5-E257F38FC772}">
      <dgm:prSet/>
      <dgm:spPr/>
      <dgm:t>
        <a:bodyPr/>
        <a:lstStyle/>
        <a:p>
          <a:endParaRPr lang="en-IN"/>
        </a:p>
      </dgm:t>
    </dgm:pt>
    <dgm:pt modelId="{84A54B4D-D9FB-4A62-A383-48B67C28A3FC}" type="sibTrans" cxnId="{DA0D70C8-618F-4ADA-B1F5-E257F38FC772}">
      <dgm:prSet/>
      <dgm:spPr/>
      <dgm:t>
        <a:bodyPr/>
        <a:lstStyle/>
        <a:p>
          <a:endParaRPr lang="en-IN"/>
        </a:p>
      </dgm:t>
    </dgm:pt>
    <dgm:pt modelId="{1FEBFABE-378B-4A9A-9F0C-1FA9D317F665}">
      <dgm:prSet custT="1"/>
      <dgm:spPr/>
      <dgm:t>
        <a:bodyPr/>
        <a:lstStyle/>
        <a:p>
          <a:pPr>
            <a:buNone/>
          </a:pP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Client sends the </a:t>
          </a:r>
          <a:r>
            <a:rPr lang="en-US" sz="1600" b="1">
              <a:latin typeface="Arial" panose="020B0604020202020204" pitchFamily="34" charset="0"/>
              <a:cs typeface="Arial" panose="020B0604020202020204" pitchFamily="34" charset="0"/>
            </a:rPr>
            <a:t>message content</a:t>
          </a:r>
          <a:r>
            <a:rPr lang="en-US" sz="1600">
              <a:latin typeface="Arial" panose="020B0604020202020204" pitchFamily="34" charset="0"/>
              <a:cs typeface="Arial" panose="020B0604020202020204" pitchFamily="34" charset="0"/>
            </a:rPr>
            <a:t> line by line, ending with a single period (.) on a separate line.</a:t>
          </a:r>
          <a:endParaRPr lang="en-IN" sz="16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4A23B6-0FA3-4ECD-BB34-607DDF2AFB5A}" type="parTrans" cxnId="{076F0397-8D08-43D1-A0E6-0C4D8E2DDC66}">
      <dgm:prSet/>
      <dgm:spPr/>
      <dgm:t>
        <a:bodyPr/>
        <a:lstStyle/>
        <a:p>
          <a:endParaRPr lang="en-IN"/>
        </a:p>
      </dgm:t>
    </dgm:pt>
    <dgm:pt modelId="{43E26151-746B-456C-B890-1EC0D4EE419B}" type="sibTrans" cxnId="{076F0397-8D08-43D1-A0E6-0C4D8E2DDC66}">
      <dgm:prSet/>
      <dgm:spPr/>
      <dgm:t>
        <a:bodyPr/>
        <a:lstStyle/>
        <a:p>
          <a:endParaRPr lang="en-IN"/>
        </a:p>
      </dgm:t>
    </dgm:pt>
    <dgm:pt modelId="{6DBFA199-4CD7-4A91-A200-BE3506BE7904}">
      <dgm:prSet custT="1"/>
      <dgm:spPr/>
      <dgm:t>
        <a:bodyPr/>
        <a:lstStyle/>
        <a:p>
          <a:r>
            <a:rPr lang="en-US" sz="1400" b="1">
              <a:latin typeface="Arial" panose="020B0604020202020204" pitchFamily="34" charset="0"/>
              <a:cs typeface="Arial" panose="020B0604020202020204" pitchFamily="34" charset="0"/>
            </a:rPr>
            <a:t>Step 8:</a:t>
          </a:r>
          <a:r>
            <a:rPr lang="en-US" sz="14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0FDE6E-B8B9-410C-83FB-C2E304A1391B}" type="parTrans" cxnId="{874848BF-5F9A-4473-9DD0-6EE2C2B04EDA}">
      <dgm:prSet/>
      <dgm:spPr/>
      <dgm:t>
        <a:bodyPr/>
        <a:lstStyle/>
        <a:p>
          <a:endParaRPr lang="en-IN"/>
        </a:p>
      </dgm:t>
    </dgm:pt>
    <dgm:pt modelId="{2AF58BAF-3391-4A88-B73F-FD8FEC495DC7}" type="sibTrans" cxnId="{874848BF-5F9A-4473-9DD0-6EE2C2B04EDA}">
      <dgm:prSet/>
      <dgm:spPr/>
      <dgm:t>
        <a:bodyPr/>
        <a:lstStyle/>
        <a:p>
          <a:endParaRPr lang="en-IN"/>
        </a:p>
      </dgm:t>
    </dgm:pt>
    <dgm:pt modelId="{E9FE5EEC-FEC6-41FC-A8E0-5EB8C057E942}">
      <dgm:prSet custT="1"/>
      <dgm:spPr/>
      <dgm:t>
        <a:bodyPr/>
        <a:lstStyle/>
        <a:p>
          <a:pPr>
            <a:buNone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Server responds with 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250 (OK)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to confirm successful delivery.</a:t>
          </a:r>
          <a:endParaRPr lang="en-IN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21001A-CF51-4952-9540-4D8E8DEE7194}" type="parTrans" cxnId="{57511C54-84FB-42BC-883A-4FA6234E2588}">
      <dgm:prSet/>
      <dgm:spPr/>
      <dgm:t>
        <a:bodyPr/>
        <a:lstStyle/>
        <a:p>
          <a:endParaRPr lang="en-IN"/>
        </a:p>
      </dgm:t>
    </dgm:pt>
    <dgm:pt modelId="{2EDD05A1-DF8D-4D7E-8E53-25B0A8B6F8D9}" type="sibTrans" cxnId="{57511C54-84FB-42BC-883A-4FA6234E2588}">
      <dgm:prSet/>
      <dgm:spPr/>
      <dgm:t>
        <a:bodyPr/>
        <a:lstStyle/>
        <a:p>
          <a:endParaRPr lang="en-IN"/>
        </a:p>
      </dgm:t>
    </dgm:pt>
    <dgm:pt modelId="{2E6FDA60-F787-435C-9BDB-609CF802CAF8}" type="pres">
      <dgm:prSet presAssocID="{0DE646E4-A475-467A-9EA3-0E23075518BE}" presName="linearFlow" presStyleCnt="0">
        <dgm:presLayoutVars>
          <dgm:dir/>
          <dgm:animLvl val="lvl"/>
          <dgm:resizeHandles val="exact"/>
        </dgm:presLayoutVars>
      </dgm:prSet>
      <dgm:spPr/>
    </dgm:pt>
    <dgm:pt modelId="{C2D50DFA-3999-4E97-A27E-1EA5732253CC}" type="pres">
      <dgm:prSet presAssocID="{2B5E4C1B-7FAC-4B21-AF3B-755C69C23DA6}" presName="composite" presStyleCnt="0"/>
      <dgm:spPr/>
    </dgm:pt>
    <dgm:pt modelId="{FB515B8A-A10A-49DA-8BEB-E36853C30B0F}" type="pres">
      <dgm:prSet presAssocID="{2B5E4C1B-7FAC-4B21-AF3B-755C69C23DA6}" presName="parentText" presStyleLbl="alignNode1" presStyleIdx="0" presStyleCnt="8">
        <dgm:presLayoutVars>
          <dgm:chMax val="1"/>
          <dgm:bulletEnabled val="1"/>
        </dgm:presLayoutVars>
      </dgm:prSet>
      <dgm:spPr/>
    </dgm:pt>
    <dgm:pt modelId="{59FC0FDA-E6A9-4A24-9265-F91E65221ACA}" type="pres">
      <dgm:prSet presAssocID="{2B5E4C1B-7FAC-4B21-AF3B-755C69C23DA6}" presName="descendantText" presStyleLbl="alignAcc1" presStyleIdx="0" presStyleCnt="8">
        <dgm:presLayoutVars>
          <dgm:bulletEnabled val="1"/>
        </dgm:presLayoutVars>
      </dgm:prSet>
      <dgm:spPr/>
    </dgm:pt>
    <dgm:pt modelId="{6019DFFB-6212-4F71-AFC4-75C7F315865D}" type="pres">
      <dgm:prSet presAssocID="{FB33A95B-2FC7-40F1-9570-30B43869C5B1}" presName="sp" presStyleCnt="0"/>
      <dgm:spPr/>
    </dgm:pt>
    <dgm:pt modelId="{3239DA53-CF22-4A97-9DDB-BB1F954F6376}" type="pres">
      <dgm:prSet presAssocID="{02A37B59-9F7D-4996-9E94-85C9206ED35E}" presName="composite" presStyleCnt="0"/>
      <dgm:spPr/>
    </dgm:pt>
    <dgm:pt modelId="{254C8807-C663-4E54-B062-D67B1026CAFE}" type="pres">
      <dgm:prSet presAssocID="{02A37B59-9F7D-4996-9E94-85C9206ED35E}" presName="parentText" presStyleLbl="alignNode1" presStyleIdx="1" presStyleCnt="8">
        <dgm:presLayoutVars>
          <dgm:chMax val="1"/>
          <dgm:bulletEnabled val="1"/>
        </dgm:presLayoutVars>
      </dgm:prSet>
      <dgm:spPr/>
    </dgm:pt>
    <dgm:pt modelId="{5A5075B0-74C8-44BB-8BAB-DA6A8DBA5BC1}" type="pres">
      <dgm:prSet presAssocID="{02A37B59-9F7D-4996-9E94-85C9206ED35E}" presName="descendantText" presStyleLbl="alignAcc1" presStyleIdx="1" presStyleCnt="8">
        <dgm:presLayoutVars>
          <dgm:bulletEnabled val="1"/>
        </dgm:presLayoutVars>
      </dgm:prSet>
      <dgm:spPr/>
    </dgm:pt>
    <dgm:pt modelId="{24C194D5-781F-44A8-8754-AE71543416E5}" type="pres">
      <dgm:prSet presAssocID="{93E2A0D8-D705-4AD5-B3AC-03A30EE4AA6C}" presName="sp" presStyleCnt="0"/>
      <dgm:spPr/>
    </dgm:pt>
    <dgm:pt modelId="{0BFD6B22-7972-4ACC-9C24-F400569F2801}" type="pres">
      <dgm:prSet presAssocID="{B1C60DF6-9958-4B4D-A05E-85A788068AB9}" presName="composite" presStyleCnt="0"/>
      <dgm:spPr/>
    </dgm:pt>
    <dgm:pt modelId="{610EF068-7FBE-483C-B52D-B130D988FE07}" type="pres">
      <dgm:prSet presAssocID="{B1C60DF6-9958-4B4D-A05E-85A788068AB9}" presName="parentText" presStyleLbl="alignNode1" presStyleIdx="2" presStyleCnt="8">
        <dgm:presLayoutVars>
          <dgm:chMax val="1"/>
          <dgm:bulletEnabled val="1"/>
        </dgm:presLayoutVars>
      </dgm:prSet>
      <dgm:spPr/>
    </dgm:pt>
    <dgm:pt modelId="{79E7F136-9194-4929-97B2-95E7481FE3F9}" type="pres">
      <dgm:prSet presAssocID="{B1C60DF6-9958-4B4D-A05E-85A788068AB9}" presName="descendantText" presStyleLbl="alignAcc1" presStyleIdx="2" presStyleCnt="8">
        <dgm:presLayoutVars>
          <dgm:bulletEnabled val="1"/>
        </dgm:presLayoutVars>
      </dgm:prSet>
      <dgm:spPr/>
    </dgm:pt>
    <dgm:pt modelId="{BA3C055B-E890-40F5-AE34-4445D84C8697}" type="pres">
      <dgm:prSet presAssocID="{F23E62E8-FA78-4A95-8C00-EAEC59254CFD}" presName="sp" presStyleCnt="0"/>
      <dgm:spPr/>
    </dgm:pt>
    <dgm:pt modelId="{7922D94C-0668-40FD-80E2-9CFD035829D5}" type="pres">
      <dgm:prSet presAssocID="{5887BE07-05CF-4AB1-8571-B3A2FE38A2D6}" presName="composite" presStyleCnt="0"/>
      <dgm:spPr/>
    </dgm:pt>
    <dgm:pt modelId="{DDDD1BD4-C8B4-442C-8D5F-67B3CA461858}" type="pres">
      <dgm:prSet presAssocID="{5887BE07-05CF-4AB1-8571-B3A2FE38A2D6}" presName="parentText" presStyleLbl="alignNode1" presStyleIdx="3" presStyleCnt="8">
        <dgm:presLayoutVars>
          <dgm:chMax val="1"/>
          <dgm:bulletEnabled val="1"/>
        </dgm:presLayoutVars>
      </dgm:prSet>
      <dgm:spPr/>
    </dgm:pt>
    <dgm:pt modelId="{7D12970C-D0FF-4FA5-821D-F3B5BE18A1E0}" type="pres">
      <dgm:prSet presAssocID="{5887BE07-05CF-4AB1-8571-B3A2FE38A2D6}" presName="descendantText" presStyleLbl="alignAcc1" presStyleIdx="3" presStyleCnt="8">
        <dgm:presLayoutVars>
          <dgm:bulletEnabled val="1"/>
        </dgm:presLayoutVars>
      </dgm:prSet>
      <dgm:spPr/>
    </dgm:pt>
    <dgm:pt modelId="{28369742-F844-4668-A386-D1C141AF8426}" type="pres">
      <dgm:prSet presAssocID="{6D45B2D2-96EE-4950-B7EF-75377DCC849D}" presName="sp" presStyleCnt="0"/>
      <dgm:spPr/>
    </dgm:pt>
    <dgm:pt modelId="{8C6CC026-F8B2-414F-8C5C-BCF925491726}" type="pres">
      <dgm:prSet presAssocID="{A68DE21D-7091-4561-B6F2-FE3205F36DB3}" presName="composite" presStyleCnt="0"/>
      <dgm:spPr/>
    </dgm:pt>
    <dgm:pt modelId="{D93EAB9F-1E66-4AD8-90B5-4E1A962BEFAA}" type="pres">
      <dgm:prSet presAssocID="{A68DE21D-7091-4561-B6F2-FE3205F36DB3}" presName="parentText" presStyleLbl="alignNode1" presStyleIdx="4" presStyleCnt="8">
        <dgm:presLayoutVars>
          <dgm:chMax val="1"/>
          <dgm:bulletEnabled val="1"/>
        </dgm:presLayoutVars>
      </dgm:prSet>
      <dgm:spPr/>
    </dgm:pt>
    <dgm:pt modelId="{AFAC64BF-6073-4010-938B-9F5CE2059780}" type="pres">
      <dgm:prSet presAssocID="{A68DE21D-7091-4561-B6F2-FE3205F36DB3}" presName="descendantText" presStyleLbl="alignAcc1" presStyleIdx="4" presStyleCnt="8">
        <dgm:presLayoutVars>
          <dgm:bulletEnabled val="1"/>
        </dgm:presLayoutVars>
      </dgm:prSet>
      <dgm:spPr/>
    </dgm:pt>
    <dgm:pt modelId="{FF6BCA5C-D6D7-4151-A533-50D2596DDEB0}" type="pres">
      <dgm:prSet presAssocID="{DCD12D58-5D78-4686-9A74-29821923C9F4}" presName="sp" presStyleCnt="0"/>
      <dgm:spPr/>
    </dgm:pt>
    <dgm:pt modelId="{EE99EE4A-3168-49BB-A967-48665190ABD0}" type="pres">
      <dgm:prSet presAssocID="{71BD7748-3082-4D9C-8D66-23B3D493998E}" presName="composite" presStyleCnt="0"/>
      <dgm:spPr/>
    </dgm:pt>
    <dgm:pt modelId="{FA0E66ED-2DD7-48A7-8010-FF9443679EBE}" type="pres">
      <dgm:prSet presAssocID="{71BD7748-3082-4D9C-8D66-23B3D493998E}" presName="parentText" presStyleLbl="alignNode1" presStyleIdx="5" presStyleCnt="8">
        <dgm:presLayoutVars>
          <dgm:chMax val="1"/>
          <dgm:bulletEnabled val="1"/>
        </dgm:presLayoutVars>
      </dgm:prSet>
      <dgm:spPr/>
    </dgm:pt>
    <dgm:pt modelId="{CDD2068F-B539-490B-AB1F-4544040ACDAA}" type="pres">
      <dgm:prSet presAssocID="{71BD7748-3082-4D9C-8D66-23B3D493998E}" presName="descendantText" presStyleLbl="alignAcc1" presStyleIdx="5" presStyleCnt="8">
        <dgm:presLayoutVars>
          <dgm:bulletEnabled val="1"/>
        </dgm:presLayoutVars>
      </dgm:prSet>
      <dgm:spPr/>
    </dgm:pt>
    <dgm:pt modelId="{86823048-2005-40AC-86B3-5373871C34C2}" type="pres">
      <dgm:prSet presAssocID="{2DA0155C-68B7-4142-8813-404E3160FEC6}" presName="sp" presStyleCnt="0"/>
      <dgm:spPr/>
    </dgm:pt>
    <dgm:pt modelId="{5A9D16E9-6E78-465B-B869-2D3115EFABEE}" type="pres">
      <dgm:prSet presAssocID="{F5F2F40F-960B-4809-AC55-4ABE1FACF1B2}" presName="composite" presStyleCnt="0"/>
      <dgm:spPr/>
    </dgm:pt>
    <dgm:pt modelId="{07975D63-4037-4C46-A066-9855638EE209}" type="pres">
      <dgm:prSet presAssocID="{F5F2F40F-960B-4809-AC55-4ABE1FACF1B2}" presName="parentText" presStyleLbl="alignNode1" presStyleIdx="6" presStyleCnt="8">
        <dgm:presLayoutVars>
          <dgm:chMax val="1"/>
          <dgm:bulletEnabled val="1"/>
        </dgm:presLayoutVars>
      </dgm:prSet>
      <dgm:spPr/>
    </dgm:pt>
    <dgm:pt modelId="{8C1D66A3-4DB6-498D-BD44-A32AE56C9CB3}" type="pres">
      <dgm:prSet presAssocID="{F5F2F40F-960B-4809-AC55-4ABE1FACF1B2}" presName="descendantText" presStyleLbl="alignAcc1" presStyleIdx="6" presStyleCnt="8">
        <dgm:presLayoutVars>
          <dgm:bulletEnabled val="1"/>
        </dgm:presLayoutVars>
      </dgm:prSet>
      <dgm:spPr/>
    </dgm:pt>
    <dgm:pt modelId="{13EEF378-F300-40B1-9E58-3499C91F3E5F}" type="pres">
      <dgm:prSet presAssocID="{84A54B4D-D9FB-4A62-A383-48B67C28A3FC}" presName="sp" presStyleCnt="0"/>
      <dgm:spPr/>
    </dgm:pt>
    <dgm:pt modelId="{D440B8E1-E40D-4164-AAD0-53C0CE1C1377}" type="pres">
      <dgm:prSet presAssocID="{6DBFA199-4CD7-4A91-A200-BE3506BE7904}" presName="composite" presStyleCnt="0"/>
      <dgm:spPr/>
    </dgm:pt>
    <dgm:pt modelId="{86CC60D4-05B5-43D7-B57D-B080CE0805C9}" type="pres">
      <dgm:prSet presAssocID="{6DBFA199-4CD7-4A91-A200-BE3506BE7904}" presName="parentText" presStyleLbl="alignNode1" presStyleIdx="7" presStyleCnt="8">
        <dgm:presLayoutVars>
          <dgm:chMax val="1"/>
          <dgm:bulletEnabled val="1"/>
        </dgm:presLayoutVars>
      </dgm:prSet>
      <dgm:spPr/>
    </dgm:pt>
    <dgm:pt modelId="{39A0014B-679B-4B33-A6FE-414667D6569C}" type="pres">
      <dgm:prSet presAssocID="{6DBFA199-4CD7-4A91-A200-BE3506BE7904}" presName="descendantText" presStyleLbl="alignAcc1" presStyleIdx="7" presStyleCnt="8">
        <dgm:presLayoutVars>
          <dgm:bulletEnabled val="1"/>
        </dgm:presLayoutVars>
      </dgm:prSet>
      <dgm:spPr/>
    </dgm:pt>
  </dgm:ptLst>
  <dgm:cxnLst>
    <dgm:cxn modelId="{9ACBEE00-72B9-4303-8D49-5BAE3A4857D1}" type="presOf" srcId="{0DE646E4-A475-467A-9EA3-0E23075518BE}" destId="{2E6FDA60-F787-435C-9BDB-609CF802CAF8}" srcOrd="0" destOrd="0" presId="urn:microsoft.com/office/officeart/2005/8/layout/chevron2"/>
    <dgm:cxn modelId="{AB7B2002-0884-4DBC-9112-A7B2AAD9170D}" srcId="{0DE646E4-A475-467A-9EA3-0E23075518BE}" destId="{02A37B59-9F7D-4996-9E94-85C9206ED35E}" srcOrd="1" destOrd="0" parTransId="{C05AD44E-B0EC-4DD6-B21C-506124706744}" sibTransId="{93E2A0D8-D705-4AD5-B3AC-03A30EE4AA6C}"/>
    <dgm:cxn modelId="{81648608-82FA-42A8-8B24-A4670D0A9090}" srcId="{2B5E4C1B-7FAC-4B21-AF3B-755C69C23DA6}" destId="{72DCF270-1109-4B1F-8D20-7C1CDD68E31A}" srcOrd="0" destOrd="0" parTransId="{4DADBEA7-7929-4DD7-A5CA-64935BDAC90D}" sibTransId="{0524C0EC-94C5-4AD2-8FE7-1BDF6858541C}"/>
    <dgm:cxn modelId="{65F5250A-DF54-4A7D-B00A-413C254FE7C3}" srcId="{0DE646E4-A475-467A-9EA3-0E23075518BE}" destId="{71BD7748-3082-4D9C-8D66-23B3D493998E}" srcOrd="5" destOrd="0" parTransId="{E67F4893-CE2E-4243-B4E3-8A527FA28EE9}" sibTransId="{2DA0155C-68B7-4142-8813-404E3160FEC6}"/>
    <dgm:cxn modelId="{79B2BF0A-AD56-4DCE-B735-51207D03E916}" srcId="{A68DE21D-7091-4561-B6F2-FE3205F36DB3}" destId="{F4C9A859-D7F1-4496-88CE-84ED7C8325DF}" srcOrd="0" destOrd="0" parTransId="{BBD4B34E-7118-4179-A838-7812BC2C9783}" sibTransId="{07FAF4A1-2490-440A-8710-6FBCCCB0C687}"/>
    <dgm:cxn modelId="{4477AF0C-E898-47B2-BFB1-6623E496308F}" type="presOf" srcId="{6DBFA199-4CD7-4A91-A200-BE3506BE7904}" destId="{86CC60D4-05B5-43D7-B57D-B080CE0805C9}" srcOrd="0" destOrd="0" presId="urn:microsoft.com/office/officeart/2005/8/layout/chevron2"/>
    <dgm:cxn modelId="{DF5F911E-D189-45F6-B6C7-8219D81218F8}" type="presOf" srcId="{5887BE07-05CF-4AB1-8571-B3A2FE38A2D6}" destId="{DDDD1BD4-C8B4-442C-8D5F-67B3CA461858}" srcOrd="0" destOrd="0" presId="urn:microsoft.com/office/officeart/2005/8/layout/chevron2"/>
    <dgm:cxn modelId="{DE2EC51E-404C-4127-8A5A-4D291A889FD2}" type="presOf" srcId="{2BF3C443-C990-4DEA-A82B-5D8119E59F40}" destId="{79E7F136-9194-4929-97B2-95E7481FE3F9}" srcOrd="0" destOrd="0" presId="urn:microsoft.com/office/officeart/2005/8/layout/chevron2"/>
    <dgm:cxn modelId="{A3186C1F-0E82-485A-9838-CC67C99D00E2}" srcId="{0DE646E4-A475-467A-9EA3-0E23075518BE}" destId="{5887BE07-05CF-4AB1-8571-B3A2FE38A2D6}" srcOrd="3" destOrd="0" parTransId="{A4C6CAB8-0F19-479E-93A9-41DAE3CA86D9}" sibTransId="{6D45B2D2-96EE-4950-B7EF-75377DCC849D}"/>
    <dgm:cxn modelId="{030C233B-95F7-4DF4-8409-68DABBC4EA5B}" type="presOf" srcId="{72DCF270-1109-4B1F-8D20-7C1CDD68E31A}" destId="{59FC0FDA-E6A9-4A24-9265-F91E65221ACA}" srcOrd="0" destOrd="0" presId="urn:microsoft.com/office/officeart/2005/8/layout/chevron2"/>
    <dgm:cxn modelId="{797A0667-D577-4023-8235-84EC0456575C}" type="presOf" srcId="{1FEBFABE-378B-4A9A-9F0C-1FA9D317F665}" destId="{8C1D66A3-4DB6-498D-BD44-A32AE56C9CB3}" srcOrd="0" destOrd="0" presId="urn:microsoft.com/office/officeart/2005/8/layout/chevron2"/>
    <dgm:cxn modelId="{951AAB49-8E8A-41F7-A2A4-7C41600CB533}" srcId="{0DE646E4-A475-467A-9EA3-0E23075518BE}" destId="{A68DE21D-7091-4561-B6F2-FE3205F36DB3}" srcOrd="4" destOrd="0" parTransId="{D4AA1367-6C8B-4B98-9841-E8CDE26FDA0E}" sibTransId="{DCD12D58-5D78-4686-9A74-29821923C9F4}"/>
    <dgm:cxn modelId="{1284346A-70FF-466B-86BD-970CBF0D19F8}" srcId="{02A37B59-9F7D-4996-9E94-85C9206ED35E}" destId="{4E93FF90-D83B-4FB3-A7D4-02E80DC931D4}" srcOrd="0" destOrd="0" parTransId="{671C4934-3CB2-4297-A257-E90E9899BD49}" sibTransId="{FBBFF4C0-BA51-4C31-BF56-16139F459D10}"/>
    <dgm:cxn modelId="{57511C54-84FB-42BC-883A-4FA6234E2588}" srcId="{6DBFA199-4CD7-4A91-A200-BE3506BE7904}" destId="{E9FE5EEC-FEC6-41FC-A8E0-5EB8C057E942}" srcOrd="0" destOrd="0" parTransId="{2D21001A-CF51-4952-9540-4D8E8DEE7194}" sibTransId="{2EDD05A1-DF8D-4D7E-8E53-25B0A8B6F8D9}"/>
    <dgm:cxn modelId="{6889867C-BCF6-4E8B-9520-3D1E6392E423}" srcId="{0DE646E4-A475-467A-9EA3-0E23075518BE}" destId="{B1C60DF6-9958-4B4D-A05E-85A788068AB9}" srcOrd="2" destOrd="0" parTransId="{9D70E3E1-CF50-421E-8D38-2A8C4BE533C7}" sibTransId="{F23E62E8-FA78-4A95-8C00-EAEC59254CFD}"/>
    <dgm:cxn modelId="{3CEB0783-2CE9-4B77-8382-C036EE34750B}" type="presOf" srcId="{2B5E4C1B-7FAC-4B21-AF3B-755C69C23DA6}" destId="{FB515B8A-A10A-49DA-8BEB-E36853C30B0F}" srcOrd="0" destOrd="0" presId="urn:microsoft.com/office/officeart/2005/8/layout/chevron2"/>
    <dgm:cxn modelId="{4505188F-6059-4B10-915D-5BEC0905ADF2}" type="presOf" srcId="{A68DE21D-7091-4561-B6F2-FE3205F36DB3}" destId="{D93EAB9F-1E66-4AD8-90B5-4E1A962BEFAA}" srcOrd="0" destOrd="0" presId="urn:microsoft.com/office/officeart/2005/8/layout/chevron2"/>
    <dgm:cxn modelId="{F81D5293-A07D-4239-8537-5E3E7E47FFB0}" type="presOf" srcId="{F4C9A859-D7F1-4496-88CE-84ED7C8325DF}" destId="{AFAC64BF-6073-4010-938B-9F5CE2059780}" srcOrd="0" destOrd="0" presId="urn:microsoft.com/office/officeart/2005/8/layout/chevron2"/>
    <dgm:cxn modelId="{B9AC8D93-4EA7-4D7D-9B30-0F92FF47B78F}" type="presOf" srcId="{4E93FF90-D83B-4FB3-A7D4-02E80DC931D4}" destId="{5A5075B0-74C8-44BB-8BAB-DA6A8DBA5BC1}" srcOrd="0" destOrd="0" presId="urn:microsoft.com/office/officeart/2005/8/layout/chevron2"/>
    <dgm:cxn modelId="{076F0397-8D08-43D1-A0E6-0C4D8E2DDC66}" srcId="{F5F2F40F-960B-4809-AC55-4ABE1FACF1B2}" destId="{1FEBFABE-378B-4A9A-9F0C-1FA9D317F665}" srcOrd="0" destOrd="0" parTransId="{E54A23B6-0FA3-4ECD-BB34-607DDF2AFB5A}" sibTransId="{43E26151-746B-456C-B890-1EC0D4EE419B}"/>
    <dgm:cxn modelId="{E7EE6598-5648-4FBA-BC97-7717F436C6F7}" srcId="{0DE646E4-A475-467A-9EA3-0E23075518BE}" destId="{2B5E4C1B-7FAC-4B21-AF3B-755C69C23DA6}" srcOrd="0" destOrd="0" parTransId="{B65C161D-52D7-4ECC-8685-2B34F1811660}" sibTransId="{FB33A95B-2FC7-40F1-9570-30B43869C5B1}"/>
    <dgm:cxn modelId="{CE0C4FA3-9ED6-4D34-9257-49F20C9853AF}" type="presOf" srcId="{E9FE5EEC-FEC6-41FC-A8E0-5EB8C057E942}" destId="{39A0014B-679B-4B33-A6FE-414667D6569C}" srcOrd="0" destOrd="0" presId="urn:microsoft.com/office/officeart/2005/8/layout/chevron2"/>
    <dgm:cxn modelId="{6CE032AA-932E-4ACB-BDE6-8BD95F40F6FD}" type="presOf" srcId="{6223EAEB-9C9D-4D9C-9BAB-897942DBACE3}" destId="{7D12970C-D0FF-4FA5-821D-F3B5BE18A1E0}" srcOrd="0" destOrd="0" presId="urn:microsoft.com/office/officeart/2005/8/layout/chevron2"/>
    <dgm:cxn modelId="{4BF00BAC-1319-409B-BE7E-FD9DD6CF897F}" type="presOf" srcId="{F5F2F40F-960B-4809-AC55-4ABE1FACF1B2}" destId="{07975D63-4037-4C46-A066-9855638EE209}" srcOrd="0" destOrd="0" presId="urn:microsoft.com/office/officeart/2005/8/layout/chevron2"/>
    <dgm:cxn modelId="{A0E07CB2-B588-4311-ABE3-24C6AA9B5732}" srcId="{5887BE07-05CF-4AB1-8571-B3A2FE38A2D6}" destId="{6223EAEB-9C9D-4D9C-9BAB-897942DBACE3}" srcOrd="0" destOrd="0" parTransId="{2AFD8559-C573-4402-9C17-028AEA977398}" sibTransId="{25414E53-6C4A-40E7-BD77-FE6395F05E34}"/>
    <dgm:cxn modelId="{96D48CBE-61F1-41B6-BEC1-7E282A2ADE40}" type="presOf" srcId="{71BD7748-3082-4D9C-8D66-23B3D493998E}" destId="{FA0E66ED-2DD7-48A7-8010-FF9443679EBE}" srcOrd="0" destOrd="0" presId="urn:microsoft.com/office/officeart/2005/8/layout/chevron2"/>
    <dgm:cxn modelId="{874848BF-5F9A-4473-9DD0-6EE2C2B04EDA}" srcId="{0DE646E4-A475-467A-9EA3-0E23075518BE}" destId="{6DBFA199-4CD7-4A91-A200-BE3506BE7904}" srcOrd="7" destOrd="0" parTransId="{F30FDE6E-B8B9-410C-83FB-C2E304A1391B}" sibTransId="{2AF58BAF-3391-4A88-B73F-FD8FEC495DC7}"/>
    <dgm:cxn modelId="{95D7BDC7-AA32-48F9-9DDD-852A1110A32A}" type="presOf" srcId="{B1C60DF6-9958-4B4D-A05E-85A788068AB9}" destId="{610EF068-7FBE-483C-B52D-B130D988FE07}" srcOrd="0" destOrd="0" presId="urn:microsoft.com/office/officeart/2005/8/layout/chevron2"/>
    <dgm:cxn modelId="{DA0D70C8-618F-4ADA-B1F5-E257F38FC772}" srcId="{0DE646E4-A475-467A-9EA3-0E23075518BE}" destId="{F5F2F40F-960B-4809-AC55-4ABE1FACF1B2}" srcOrd="6" destOrd="0" parTransId="{72D675D6-F063-4DD5-9A89-4317A242601D}" sibTransId="{84A54B4D-D9FB-4A62-A383-48B67C28A3FC}"/>
    <dgm:cxn modelId="{678548D5-3199-421B-95EC-B3AE423EFB77}" srcId="{71BD7748-3082-4D9C-8D66-23B3D493998E}" destId="{F44640DE-9FBE-4600-97BD-A840EAB4E67D}" srcOrd="0" destOrd="0" parTransId="{7635E376-AB6F-4D11-B3AA-CD971BA162F8}" sibTransId="{5E63D39A-38A3-4B40-9EEE-88A9AABF80FD}"/>
    <dgm:cxn modelId="{7FDC2BED-29EE-469F-A0AE-DF0EABFE85B0}" type="presOf" srcId="{F44640DE-9FBE-4600-97BD-A840EAB4E67D}" destId="{CDD2068F-B539-490B-AB1F-4544040ACDAA}" srcOrd="0" destOrd="0" presId="urn:microsoft.com/office/officeart/2005/8/layout/chevron2"/>
    <dgm:cxn modelId="{3EB315F3-33C1-43E0-AD34-67579534BE5A}" srcId="{B1C60DF6-9958-4B4D-A05E-85A788068AB9}" destId="{2BF3C443-C990-4DEA-A82B-5D8119E59F40}" srcOrd="0" destOrd="0" parTransId="{FD9859DC-9522-4D34-A95D-22F2027ED192}" sibTransId="{A6688479-8A03-4339-AF01-55E583F72784}"/>
    <dgm:cxn modelId="{72E524F5-B877-4AD3-8894-17F33D929FD2}" type="presOf" srcId="{02A37B59-9F7D-4996-9E94-85C9206ED35E}" destId="{254C8807-C663-4E54-B062-D67B1026CAFE}" srcOrd="0" destOrd="0" presId="urn:microsoft.com/office/officeart/2005/8/layout/chevron2"/>
    <dgm:cxn modelId="{4DB9417E-29F7-4238-9D4B-29557D322358}" type="presParOf" srcId="{2E6FDA60-F787-435C-9BDB-609CF802CAF8}" destId="{C2D50DFA-3999-4E97-A27E-1EA5732253CC}" srcOrd="0" destOrd="0" presId="urn:microsoft.com/office/officeart/2005/8/layout/chevron2"/>
    <dgm:cxn modelId="{8DF38274-0012-44A3-86EB-07D4C3AB770B}" type="presParOf" srcId="{C2D50DFA-3999-4E97-A27E-1EA5732253CC}" destId="{FB515B8A-A10A-49DA-8BEB-E36853C30B0F}" srcOrd="0" destOrd="0" presId="urn:microsoft.com/office/officeart/2005/8/layout/chevron2"/>
    <dgm:cxn modelId="{38AB874A-8158-463E-9E7B-938F10A68C04}" type="presParOf" srcId="{C2D50DFA-3999-4E97-A27E-1EA5732253CC}" destId="{59FC0FDA-E6A9-4A24-9265-F91E65221ACA}" srcOrd="1" destOrd="0" presId="urn:microsoft.com/office/officeart/2005/8/layout/chevron2"/>
    <dgm:cxn modelId="{8F9C0FAC-C85D-4BCD-9CDF-0246ED02E538}" type="presParOf" srcId="{2E6FDA60-F787-435C-9BDB-609CF802CAF8}" destId="{6019DFFB-6212-4F71-AFC4-75C7F315865D}" srcOrd="1" destOrd="0" presId="urn:microsoft.com/office/officeart/2005/8/layout/chevron2"/>
    <dgm:cxn modelId="{6A9E8493-A562-4053-8EA4-3BA8A6324CCC}" type="presParOf" srcId="{2E6FDA60-F787-435C-9BDB-609CF802CAF8}" destId="{3239DA53-CF22-4A97-9DDB-BB1F954F6376}" srcOrd="2" destOrd="0" presId="urn:microsoft.com/office/officeart/2005/8/layout/chevron2"/>
    <dgm:cxn modelId="{BABEBF97-F6E6-44E1-ACCF-BA0B6DDC9E6F}" type="presParOf" srcId="{3239DA53-CF22-4A97-9DDB-BB1F954F6376}" destId="{254C8807-C663-4E54-B062-D67B1026CAFE}" srcOrd="0" destOrd="0" presId="urn:microsoft.com/office/officeart/2005/8/layout/chevron2"/>
    <dgm:cxn modelId="{F3BC15E8-3D71-4D05-AD18-7CDF621C6292}" type="presParOf" srcId="{3239DA53-CF22-4A97-9DDB-BB1F954F6376}" destId="{5A5075B0-74C8-44BB-8BAB-DA6A8DBA5BC1}" srcOrd="1" destOrd="0" presId="urn:microsoft.com/office/officeart/2005/8/layout/chevron2"/>
    <dgm:cxn modelId="{347BEA7F-CE3C-4708-A260-493094AE615F}" type="presParOf" srcId="{2E6FDA60-F787-435C-9BDB-609CF802CAF8}" destId="{24C194D5-781F-44A8-8754-AE71543416E5}" srcOrd="3" destOrd="0" presId="urn:microsoft.com/office/officeart/2005/8/layout/chevron2"/>
    <dgm:cxn modelId="{CE1787A4-5C2A-4FF7-B3DE-B450F2383DA7}" type="presParOf" srcId="{2E6FDA60-F787-435C-9BDB-609CF802CAF8}" destId="{0BFD6B22-7972-4ACC-9C24-F400569F2801}" srcOrd="4" destOrd="0" presId="urn:microsoft.com/office/officeart/2005/8/layout/chevron2"/>
    <dgm:cxn modelId="{D85E9922-EF37-4880-B277-909D82517A62}" type="presParOf" srcId="{0BFD6B22-7972-4ACC-9C24-F400569F2801}" destId="{610EF068-7FBE-483C-B52D-B130D988FE07}" srcOrd="0" destOrd="0" presId="urn:microsoft.com/office/officeart/2005/8/layout/chevron2"/>
    <dgm:cxn modelId="{2F5DFA89-B221-48C4-A63E-8B0E158128C0}" type="presParOf" srcId="{0BFD6B22-7972-4ACC-9C24-F400569F2801}" destId="{79E7F136-9194-4929-97B2-95E7481FE3F9}" srcOrd="1" destOrd="0" presId="urn:microsoft.com/office/officeart/2005/8/layout/chevron2"/>
    <dgm:cxn modelId="{E1242A32-CB46-4073-AB8B-43BAB2FF76F3}" type="presParOf" srcId="{2E6FDA60-F787-435C-9BDB-609CF802CAF8}" destId="{BA3C055B-E890-40F5-AE34-4445D84C8697}" srcOrd="5" destOrd="0" presId="urn:microsoft.com/office/officeart/2005/8/layout/chevron2"/>
    <dgm:cxn modelId="{84B787C2-40B1-47ED-AB01-17F712FC4EFA}" type="presParOf" srcId="{2E6FDA60-F787-435C-9BDB-609CF802CAF8}" destId="{7922D94C-0668-40FD-80E2-9CFD035829D5}" srcOrd="6" destOrd="0" presId="urn:microsoft.com/office/officeart/2005/8/layout/chevron2"/>
    <dgm:cxn modelId="{7FF76AEE-A558-4A44-B919-44D94F410D87}" type="presParOf" srcId="{7922D94C-0668-40FD-80E2-9CFD035829D5}" destId="{DDDD1BD4-C8B4-442C-8D5F-67B3CA461858}" srcOrd="0" destOrd="0" presId="urn:microsoft.com/office/officeart/2005/8/layout/chevron2"/>
    <dgm:cxn modelId="{19EB750A-2EC7-481D-AFE3-E42381FD729A}" type="presParOf" srcId="{7922D94C-0668-40FD-80E2-9CFD035829D5}" destId="{7D12970C-D0FF-4FA5-821D-F3B5BE18A1E0}" srcOrd="1" destOrd="0" presId="urn:microsoft.com/office/officeart/2005/8/layout/chevron2"/>
    <dgm:cxn modelId="{6672B23B-F2B3-4AAA-8CD4-D7A65A54704B}" type="presParOf" srcId="{2E6FDA60-F787-435C-9BDB-609CF802CAF8}" destId="{28369742-F844-4668-A386-D1C141AF8426}" srcOrd="7" destOrd="0" presId="urn:microsoft.com/office/officeart/2005/8/layout/chevron2"/>
    <dgm:cxn modelId="{EEB9D836-524D-44A5-8371-6467D1BA2FEE}" type="presParOf" srcId="{2E6FDA60-F787-435C-9BDB-609CF802CAF8}" destId="{8C6CC026-F8B2-414F-8C5C-BCF925491726}" srcOrd="8" destOrd="0" presId="urn:microsoft.com/office/officeart/2005/8/layout/chevron2"/>
    <dgm:cxn modelId="{C17156B6-807E-4D0F-9274-0E68F05877B1}" type="presParOf" srcId="{8C6CC026-F8B2-414F-8C5C-BCF925491726}" destId="{D93EAB9F-1E66-4AD8-90B5-4E1A962BEFAA}" srcOrd="0" destOrd="0" presId="urn:microsoft.com/office/officeart/2005/8/layout/chevron2"/>
    <dgm:cxn modelId="{5DF84779-64AD-40E5-BC78-8DDC0B248C76}" type="presParOf" srcId="{8C6CC026-F8B2-414F-8C5C-BCF925491726}" destId="{AFAC64BF-6073-4010-938B-9F5CE2059780}" srcOrd="1" destOrd="0" presId="urn:microsoft.com/office/officeart/2005/8/layout/chevron2"/>
    <dgm:cxn modelId="{956F3F0B-59B8-4DFE-AB38-CCD9F78F641B}" type="presParOf" srcId="{2E6FDA60-F787-435C-9BDB-609CF802CAF8}" destId="{FF6BCA5C-D6D7-4151-A533-50D2596DDEB0}" srcOrd="9" destOrd="0" presId="urn:microsoft.com/office/officeart/2005/8/layout/chevron2"/>
    <dgm:cxn modelId="{F77B734F-CF42-4E45-B7CF-667F8116DD75}" type="presParOf" srcId="{2E6FDA60-F787-435C-9BDB-609CF802CAF8}" destId="{EE99EE4A-3168-49BB-A967-48665190ABD0}" srcOrd="10" destOrd="0" presId="urn:microsoft.com/office/officeart/2005/8/layout/chevron2"/>
    <dgm:cxn modelId="{3038BDE6-80E2-4964-9F4D-177163F385DE}" type="presParOf" srcId="{EE99EE4A-3168-49BB-A967-48665190ABD0}" destId="{FA0E66ED-2DD7-48A7-8010-FF9443679EBE}" srcOrd="0" destOrd="0" presId="urn:microsoft.com/office/officeart/2005/8/layout/chevron2"/>
    <dgm:cxn modelId="{4FDA16B4-02B1-47D2-90C7-B947C07AC502}" type="presParOf" srcId="{EE99EE4A-3168-49BB-A967-48665190ABD0}" destId="{CDD2068F-B539-490B-AB1F-4544040ACDAA}" srcOrd="1" destOrd="0" presId="urn:microsoft.com/office/officeart/2005/8/layout/chevron2"/>
    <dgm:cxn modelId="{23291766-B3EA-485C-8E5D-4AA436547AED}" type="presParOf" srcId="{2E6FDA60-F787-435C-9BDB-609CF802CAF8}" destId="{86823048-2005-40AC-86B3-5373871C34C2}" srcOrd="11" destOrd="0" presId="urn:microsoft.com/office/officeart/2005/8/layout/chevron2"/>
    <dgm:cxn modelId="{4C707C50-D150-4D6C-840A-DE2C9342ADF6}" type="presParOf" srcId="{2E6FDA60-F787-435C-9BDB-609CF802CAF8}" destId="{5A9D16E9-6E78-465B-B869-2D3115EFABEE}" srcOrd="12" destOrd="0" presId="urn:microsoft.com/office/officeart/2005/8/layout/chevron2"/>
    <dgm:cxn modelId="{EAB3F292-817C-42FB-8EF0-4E03CD5066B1}" type="presParOf" srcId="{5A9D16E9-6E78-465B-B869-2D3115EFABEE}" destId="{07975D63-4037-4C46-A066-9855638EE209}" srcOrd="0" destOrd="0" presId="urn:microsoft.com/office/officeart/2005/8/layout/chevron2"/>
    <dgm:cxn modelId="{0F85D3EA-F842-4656-953E-58D7DE1B1780}" type="presParOf" srcId="{5A9D16E9-6E78-465B-B869-2D3115EFABEE}" destId="{8C1D66A3-4DB6-498D-BD44-A32AE56C9CB3}" srcOrd="1" destOrd="0" presId="urn:microsoft.com/office/officeart/2005/8/layout/chevron2"/>
    <dgm:cxn modelId="{A5B7D58C-7C95-49E8-A85D-CCB7BA3A8E5B}" type="presParOf" srcId="{2E6FDA60-F787-435C-9BDB-609CF802CAF8}" destId="{13EEF378-F300-40B1-9E58-3499C91F3E5F}" srcOrd="13" destOrd="0" presId="urn:microsoft.com/office/officeart/2005/8/layout/chevron2"/>
    <dgm:cxn modelId="{28F8EAF0-DDAE-4287-A49E-209FCC64D745}" type="presParOf" srcId="{2E6FDA60-F787-435C-9BDB-609CF802CAF8}" destId="{D440B8E1-E40D-4164-AAD0-53C0CE1C1377}" srcOrd="14" destOrd="0" presId="urn:microsoft.com/office/officeart/2005/8/layout/chevron2"/>
    <dgm:cxn modelId="{E1E77652-FB26-4BCD-A15A-35E82F4B54ED}" type="presParOf" srcId="{D440B8E1-E40D-4164-AAD0-53C0CE1C1377}" destId="{86CC60D4-05B5-43D7-B57D-B080CE0805C9}" srcOrd="0" destOrd="0" presId="urn:microsoft.com/office/officeart/2005/8/layout/chevron2"/>
    <dgm:cxn modelId="{E2D8D3F8-21CD-4E87-9E57-71890EBD8172}" type="presParOf" srcId="{D440B8E1-E40D-4164-AAD0-53C0CE1C1377}" destId="{39A0014B-679B-4B33-A6FE-414667D6569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7E92BE-11A8-43B4-8889-DA7A1F6342D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266FABE-FAB0-49C8-A42D-6805DC427FCA}">
      <dgm:prSet/>
      <dgm:spPr/>
      <dgm:t>
        <a:bodyPr/>
        <a:lstStyle/>
        <a:p>
          <a:r>
            <a:rPr lang="en-US" b="1"/>
            <a:t>Step 1:</a:t>
          </a:r>
          <a:r>
            <a:rPr lang="en-US"/>
            <a:t> </a:t>
          </a:r>
          <a:endParaRPr lang="en-IN"/>
        </a:p>
      </dgm:t>
    </dgm:pt>
    <dgm:pt modelId="{6CA8827E-F9E1-4C21-A3AA-EC3FCF3AC672}" type="parTrans" cxnId="{2E16B9B8-3C75-4767-926F-7F95B7EE34E3}">
      <dgm:prSet/>
      <dgm:spPr/>
      <dgm:t>
        <a:bodyPr/>
        <a:lstStyle/>
        <a:p>
          <a:endParaRPr lang="en-IN"/>
        </a:p>
      </dgm:t>
    </dgm:pt>
    <dgm:pt modelId="{DA0727BF-3925-4F39-B77D-F3699511007C}" type="sibTrans" cxnId="{2E16B9B8-3C75-4767-926F-7F95B7EE34E3}">
      <dgm:prSet/>
      <dgm:spPr/>
      <dgm:t>
        <a:bodyPr/>
        <a:lstStyle/>
        <a:p>
          <a:endParaRPr lang="en-IN"/>
        </a:p>
      </dgm:t>
    </dgm:pt>
    <dgm:pt modelId="{0421FBF5-E8AC-4346-947A-E153A7431ACA}">
      <dgm:prSet/>
      <dgm:spPr/>
      <dgm:t>
        <a:bodyPr/>
        <a:lstStyle/>
        <a:p>
          <a:r>
            <a:rPr lang="en-US"/>
            <a:t>The </a:t>
          </a:r>
          <a:r>
            <a:rPr lang="en-US" b="1"/>
            <a:t>client sends QUIT</a:t>
          </a:r>
          <a:r>
            <a:rPr lang="en-US"/>
            <a:t> command to indicate the end of communication.</a:t>
          </a:r>
          <a:endParaRPr lang="en-IN"/>
        </a:p>
      </dgm:t>
    </dgm:pt>
    <dgm:pt modelId="{8D91B526-6A68-4A48-9BDE-F3C6C2F07617}" type="parTrans" cxnId="{EE0578FA-8E73-409E-BBA7-AF1F88D891E9}">
      <dgm:prSet/>
      <dgm:spPr/>
      <dgm:t>
        <a:bodyPr/>
        <a:lstStyle/>
        <a:p>
          <a:endParaRPr lang="en-IN"/>
        </a:p>
      </dgm:t>
    </dgm:pt>
    <dgm:pt modelId="{A37C23AF-226D-4703-B5D2-CB3D7A666CBF}" type="sibTrans" cxnId="{EE0578FA-8E73-409E-BBA7-AF1F88D891E9}">
      <dgm:prSet/>
      <dgm:spPr/>
      <dgm:t>
        <a:bodyPr/>
        <a:lstStyle/>
        <a:p>
          <a:endParaRPr lang="en-IN"/>
        </a:p>
      </dgm:t>
    </dgm:pt>
    <dgm:pt modelId="{FBFFA454-C76F-4C3E-96D9-5BD01D61CA09}">
      <dgm:prSet/>
      <dgm:spPr/>
      <dgm:t>
        <a:bodyPr/>
        <a:lstStyle/>
        <a:p>
          <a:r>
            <a:rPr lang="en-US" b="1"/>
            <a:t>Step 2:</a:t>
          </a:r>
          <a:r>
            <a:rPr lang="en-US"/>
            <a:t> </a:t>
          </a:r>
          <a:endParaRPr lang="en-IN"/>
        </a:p>
      </dgm:t>
    </dgm:pt>
    <dgm:pt modelId="{BFE1B9ED-A5B5-4E26-9B75-67E3DD70C55D}" type="parTrans" cxnId="{15A90B2F-71DE-4CB7-9D38-F97AD9E3BEC5}">
      <dgm:prSet/>
      <dgm:spPr/>
      <dgm:t>
        <a:bodyPr/>
        <a:lstStyle/>
        <a:p>
          <a:endParaRPr lang="en-IN"/>
        </a:p>
      </dgm:t>
    </dgm:pt>
    <dgm:pt modelId="{67C98A83-409F-4521-A53E-61F2FA930841}" type="sibTrans" cxnId="{15A90B2F-71DE-4CB7-9D38-F97AD9E3BEC5}">
      <dgm:prSet/>
      <dgm:spPr/>
      <dgm:t>
        <a:bodyPr/>
        <a:lstStyle/>
        <a:p>
          <a:endParaRPr lang="en-IN"/>
        </a:p>
      </dgm:t>
    </dgm:pt>
    <dgm:pt modelId="{2ACBB13B-D69E-4FCB-8CF6-900B85457719}">
      <dgm:prSet/>
      <dgm:spPr/>
      <dgm:t>
        <a:bodyPr/>
        <a:lstStyle/>
        <a:p>
          <a:r>
            <a:rPr lang="en-US" dirty="0"/>
            <a:t>The </a:t>
          </a:r>
          <a:r>
            <a:rPr lang="en-US" b="1" dirty="0"/>
            <a:t>server responds with code 221</a:t>
          </a:r>
          <a:r>
            <a:rPr lang="en-US" dirty="0"/>
            <a:t> (service closing) or another appropriate code, confirming the termination.</a:t>
          </a:r>
          <a:endParaRPr lang="en-IN" dirty="0"/>
        </a:p>
      </dgm:t>
    </dgm:pt>
    <dgm:pt modelId="{24CB1C95-819B-4C07-A427-402CDF137DDC}" type="parTrans" cxnId="{B45FFA8F-CB24-4F90-BD8F-95D188307AA7}">
      <dgm:prSet/>
      <dgm:spPr/>
      <dgm:t>
        <a:bodyPr/>
        <a:lstStyle/>
        <a:p>
          <a:endParaRPr lang="en-IN"/>
        </a:p>
      </dgm:t>
    </dgm:pt>
    <dgm:pt modelId="{166AAE61-AB75-439B-8DA4-2301570B223F}" type="sibTrans" cxnId="{B45FFA8F-CB24-4F90-BD8F-95D188307AA7}">
      <dgm:prSet/>
      <dgm:spPr/>
      <dgm:t>
        <a:bodyPr/>
        <a:lstStyle/>
        <a:p>
          <a:endParaRPr lang="en-IN"/>
        </a:p>
      </dgm:t>
    </dgm:pt>
    <dgm:pt modelId="{AD42E152-7216-463B-98B7-D08F2F989FB6}" type="pres">
      <dgm:prSet presAssocID="{687E92BE-11A8-43B4-8889-DA7A1F6342D2}" presName="linearFlow" presStyleCnt="0">
        <dgm:presLayoutVars>
          <dgm:dir/>
          <dgm:animLvl val="lvl"/>
          <dgm:resizeHandles val="exact"/>
        </dgm:presLayoutVars>
      </dgm:prSet>
      <dgm:spPr/>
    </dgm:pt>
    <dgm:pt modelId="{B9B11332-D133-4313-A631-3CEDCA2CA864}" type="pres">
      <dgm:prSet presAssocID="{3266FABE-FAB0-49C8-A42D-6805DC427FCA}" presName="composite" presStyleCnt="0"/>
      <dgm:spPr/>
    </dgm:pt>
    <dgm:pt modelId="{E7E4555B-81D8-4E29-A2A1-B86767B48553}" type="pres">
      <dgm:prSet presAssocID="{3266FABE-FAB0-49C8-A42D-6805DC427FCA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ABC2AFD0-CB37-49B2-B808-6A2A7BEFE217}" type="pres">
      <dgm:prSet presAssocID="{3266FABE-FAB0-49C8-A42D-6805DC427FCA}" presName="descendantText" presStyleLbl="alignAcc1" presStyleIdx="0" presStyleCnt="2">
        <dgm:presLayoutVars>
          <dgm:bulletEnabled val="1"/>
        </dgm:presLayoutVars>
      </dgm:prSet>
      <dgm:spPr/>
    </dgm:pt>
    <dgm:pt modelId="{FE3EE46D-C398-45CF-A03A-9887BDDD4FA2}" type="pres">
      <dgm:prSet presAssocID="{DA0727BF-3925-4F39-B77D-F3699511007C}" presName="sp" presStyleCnt="0"/>
      <dgm:spPr/>
    </dgm:pt>
    <dgm:pt modelId="{540EFCFB-54E5-4D6F-B2B4-8FD317BA3C60}" type="pres">
      <dgm:prSet presAssocID="{FBFFA454-C76F-4C3E-96D9-5BD01D61CA09}" presName="composite" presStyleCnt="0"/>
      <dgm:spPr/>
    </dgm:pt>
    <dgm:pt modelId="{43E9E50B-821E-401D-AE32-CF32EDCD36E8}" type="pres">
      <dgm:prSet presAssocID="{FBFFA454-C76F-4C3E-96D9-5BD01D61CA09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484BC004-B390-48F4-AE37-8026D520917C}" type="pres">
      <dgm:prSet presAssocID="{FBFFA454-C76F-4C3E-96D9-5BD01D61CA09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D415B416-6144-4CAC-8329-2400A3A8BE80}" type="presOf" srcId="{2ACBB13B-D69E-4FCB-8CF6-900B85457719}" destId="{484BC004-B390-48F4-AE37-8026D520917C}" srcOrd="0" destOrd="0" presId="urn:microsoft.com/office/officeart/2005/8/layout/chevron2"/>
    <dgm:cxn modelId="{B8BE9C24-D0EF-4911-B38D-ADB346B9684D}" type="presOf" srcId="{FBFFA454-C76F-4C3E-96D9-5BD01D61CA09}" destId="{43E9E50B-821E-401D-AE32-CF32EDCD36E8}" srcOrd="0" destOrd="0" presId="urn:microsoft.com/office/officeart/2005/8/layout/chevron2"/>
    <dgm:cxn modelId="{15A90B2F-71DE-4CB7-9D38-F97AD9E3BEC5}" srcId="{687E92BE-11A8-43B4-8889-DA7A1F6342D2}" destId="{FBFFA454-C76F-4C3E-96D9-5BD01D61CA09}" srcOrd="1" destOrd="0" parTransId="{BFE1B9ED-A5B5-4E26-9B75-67E3DD70C55D}" sibTransId="{67C98A83-409F-4521-A53E-61F2FA930841}"/>
    <dgm:cxn modelId="{FB1FB577-9909-4D56-B76B-B2E5686AD354}" type="presOf" srcId="{0421FBF5-E8AC-4346-947A-E153A7431ACA}" destId="{ABC2AFD0-CB37-49B2-B808-6A2A7BEFE217}" srcOrd="0" destOrd="0" presId="urn:microsoft.com/office/officeart/2005/8/layout/chevron2"/>
    <dgm:cxn modelId="{2993ED7D-3E0D-4189-8332-696E474D29F7}" type="presOf" srcId="{3266FABE-FAB0-49C8-A42D-6805DC427FCA}" destId="{E7E4555B-81D8-4E29-A2A1-B86767B48553}" srcOrd="0" destOrd="0" presId="urn:microsoft.com/office/officeart/2005/8/layout/chevron2"/>
    <dgm:cxn modelId="{B45FFA8F-CB24-4F90-BD8F-95D188307AA7}" srcId="{FBFFA454-C76F-4C3E-96D9-5BD01D61CA09}" destId="{2ACBB13B-D69E-4FCB-8CF6-900B85457719}" srcOrd="0" destOrd="0" parTransId="{24CB1C95-819B-4C07-A427-402CDF137DDC}" sibTransId="{166AAE61-AB75-439B-8DA4-2301570B223F}"/>
    <dgm:cxn modelId="{2E16B9B8-3C75-4767-926F-7F95B7EE34E3}" srcId="{687E92BE-11A8-43B4-8889-DA7A1F6342D2}" destId="{3266FABE-FAB0-49C8-A42D-6805DC427FCA}" srcOrd="0" destOrd="0" parTransId="{6CA8827E-F9E1-4C21-A3AA-EC3FCF3AC672}" sibTransId="{DA0727BF-3925-4F39-B77D-F3699511007C}"/>
    <dgm:cxn modelId="{B5901DCC-BBAF-43C0-9186-FEEA4ABB53A1}" type="presOf" srcId="{687E92BE-11A8-43B4-8889-DA7A1F6342D2}" destId="{AD42E152-7216-463B-98B7-D08F2F989FB6}" srcOrd="0" destOrd="0" presId="urn:microsoft.com/office/officeart/2005/8/layout/chevron2"/>
    <dgm:cxn modelId="{EE0578FA-8E73-409E-BBA7-AF1F88D891E9}" srcId="{3266FABE-FAB0-49C8-A42D-6805DC427FCA}" destId="{0421FBF5-E8AC-4346-947A-E153A7431ACA}" srcOrd="0" destOrd="0" parTransId="{8D91B526-6A68-4A48-9BDE-F3C6C2F07617}" sibTransId="{A37C23AF-226D-4703-B5D2-CB3D7A666CBF}"/>
    <dgm:cxn modelId="{48B5EBB4-7F01-4E98-A5C3-121E12D7D2BB}" type="presParOf" srcId="{AD42E152-7216-463B-98B7-D08F2F989FB6}" destId="{B9B11332-D133-4313-A631-3CEDCA2CA864}" srcOrd="0" destOrd="0" presId="urn:microsoft.com/office/officeart/2005/8/layout/chevron2"/>
    <dgm:cxn modelId="{8ADDA4C8-0519-4DBE-998D-BE625BBC75EC}" type="presParOf" srcId="{B9B11332-D133-4313-A631-3CEDCA2CA864}" destId="{E7E4555B-81D8-4E29-A2A1-B86767B48553}" srcOrd="0" destOrd="0" presId="urn:microsoft.com/office/officeart/2005/8/layout/chevron2"/>
    <dgm:cxn modelId="{988E4493-46FE-4433-B69B-2D5BD1DC7B25}" type="presParOf" srcId="{B9B11332-D133-4313-A631-3CEDCA2CA864}" destId="{ABC2AFD0-CB37-49B2-B808-6A2A7BEFE217}" srcOrd="1" destOrd="0" presId="urn:microsoft.com/office/officeart/2005/8/layout/chevron2"/>
    <dgm:cxn modelId="{D344BEB7-D074-4B99-8C22-1181945C29E0}" type="presParOf" srcId="{AD42E152-7216-463B-98B7-D08F2F989FB6}" destId="{FE3EE46D-C398-45CF-A03A-9887BDDD4FA2}" srcOrd="1" destOrd="0" presId="urn:microsoft.com/office/officeart/2005/8/layout/chevron2"/>
    <dgm:cxn modelId="{48CF29C6-B027-4F4C-95FA-DC4FBDD4A96D}" type="presParOf" srcId="{AD42E152-7216-463B-98B7-D08F2F989FB6}" destId="{540EFCFB-54E5-4D6F-B2B4-8FD317BA3C60}" srcOrd="2" destOrd="0" presId="urn:microsoft.com/office/officeart/2005/8/layout/chevron2"/>
    <dgm:cxn modelId="{02A9761B-3621-4815-BB31-E2A1504A4C60}" type="presParOf" srcId="{540EFCFB-54E5-4D6F-B2B4-8FD317BA3C60}" destId="{43E9E50B-821E-401D-AE32-CF32EDCD36E8}" srcOrd="0" destOrd="0" presId="urn:microsoft.com/office/officeart/2005/8/layout/chevron2"/>
    <dgm:cxn modelId="{097153B1-9B67-4A79-B435-5287E98CC6EA}" type="presParOf" srcId="{540EFCFB-54E5-4D6F-B2B4-8FD317BA3C60}" destId="{484BC004-B390-48F4-AE37-8026D520917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36C1A9-30D4-47D4-AA88-2B3C05850F1A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FE9E763-ACE2-49F2-A429-9D640ABEB918}">
      <dgm:prSet/>
      <dgm:spPr/>
      <dgm:t>
        <a:bodyPr/>
        <a:lstStyle/>
        <a:p>
          <a:r>
            <a:rPr lang="en-US" b="1" dirty="0"/>
            <a:t>Modes of Operation:</a:t>
          </a:r>
          <a:endParaRPr lang="en-IN" dirty="0"/>
        </a:p>
      </dgm:t>
    </dgm:pt>
    <dgm:pt modelId="{D5084DD6-C6CC-45FE-BDE9-A991FC1A339E}" type="parTrans" cxnId="{CDEE8120-2262-450C-B16A-DC100C8B8451}">
      <dgm:prSet/>
      <dgm:spPr/>
      <dgm:t>
        <a:bodyPr/>
        <a:lstStyle/>
        <a:p>
          <a:endParaRPr lang="en-IN"/>
        </a:p>
      </dgm:t>
    </dgm:pt>
    <dgm:pt modelId="{06D87B0B-F3BD-43F8-8928-50FBE07ED174}" type="sibTrans" cxnId="{CDEE8120-2262-450C-B16A-DC100C8B8451}">
      <dgm:prSet/>
      <dgm:spPr/>
      <dgm:t>
        <a:bodyPr/>
        <a:lstStyle/>
        <a:p>
          <a:endParaRPr lang="en-IN"/>
        </a:p>
      </dgm:t>
    </dgm:pt>
    <dgm:pt modelId="{5F39D388-5A16-499E-82DE-3EE8541EEFBF}">
      <dgm:prSet/>
      <dgm:spPr/>
      <dgm:t>
        <a:bodyPr/>
        <a:lstStyle/>
        <a:p>
          <a:r>
            <a:rPr lang="en-US" b="1" dirty="0"/>
            <a:t>Delete Mode:</a:t>
          </a:r>
          <a:r>
            <a:rPr lang="en-US" dirty="0"/>
            <a:t> Emails are deleted from the server after downloading.</a:t>
          </a:r>
          <a:endParaRPr lang="en-IN" dirty="0"/>
        </a:p>
      </dgm:t>
    </dgm:pt>
    <dgm:pt modelId="{4A3C3208-F353-4A0D-8CF8-B7BC05AD6469}" type="parTrans" cxnId="{78A937AB-AFDC-4898-A8AE-AC3B824CF184}">
      <dgm:prSet/>
      <dgm:spPr/>
      <dgm:t>
        <a:bodyPr/>
        <a:lstStyle/>
        <a:p>
          <a:endParaRPr lang="en-IN"/>
        </a:p>
      </dgm:t>
    </dgm:pt>
    <dgm:pt modelId="{5E2F0B60-E673-43D0-B26E-E82981CC54C4}" type="sibTrans" cxnId="{78A937AB-AFDC-4898-A8AE-AC3B824CF184}">
      <dgm:prSet/>
      <dgm:spPr/>
      <dgm:t>
        <a:bodyPr/>
        <a:lstStyle/>
        <a:p>
          <a:endParaRPr lang="en-IN"/>
        </a:p>
      </dgm:t>
    </dgm:pt>
    <dgm:pt modelId="{5DF8843F-3665-42BB-B408-D85CE7D26C74}">
      <dgm:prSet/>
      <dgm:spPr/>
      <dgm:t>
        <a:bodyPr/>
        <a:lstStyle/>
        <a:p>
          <a:r>
            <a:rPr lang="en-US"/>
            <a:t>Best for users working from their </a:t>
          </a:r>
          <a:r>
            <a:rPr lang="en-US" b="1"/>
            <a:t>primary computer</a:t>
          </a:r>
          <a:r>
            <a:rPr lang="en-US"/>
            <a:t> where they save and organize mail locally.</a:t>
          </a:r>
          <a:endParaRPr lang="en-IN"/>
        </a:p>
      </dgm:t>
    </dgm:pt>
    <dgm:pt modelId="{7A771B86-8899-4E66-95BE-D8F7FC59DBEB}" type="parTrans" cxnId="{AF605F9F-3DA1-4454-A3D0-3FC8EC1A1270}">
      <dgm:prSet/>
      <dgm:spPr/>
      <dgm:t>
        <a:bodyPr/>
        <a:lstStyle/>
        <a:p>
          <a:endParaRPr lang="en-IN"/>
        </a:p>
      </dgm:t>
    </dgm:pt>
    <dgm:pt modelId="{6074BC5A-ED14-49E7-BD2F-3E784B71A5F1}" type="sibTrans" cxnId="{AF605F9F-3DA1-4454-A3D0-3FC8EC1A1270}">
      <dgm:prSet/>
      <dgm:spPr/>
      <dgm:t>
        <a:bodyPr/>
        <a:lstStyle/>
        <a:p>
          <a:endParaRPr lang="en-IN"/>
        </a:p>
      </dgm:t>
    </dgm:pt>
    <dgm:pt modelId="{530D67E9-8B6C-418A-B95D-01283A48D9B4}">
      <dgm:prSet/>
      <dgm:spPr/>
      <dgm:t>
        <a:bodyPr/>
        <a:lstStyle/>
        <a:p>
          <a:r>
            <a:rPr lang="en-US" b="1" dirty="0"/>
            <a:t>Keep Mode:</a:t>
          </a:r>
          <a:r>
            <a:rPr lang="en-US" dirty="0"/>
            <a:t> Emails remain on the server even after downloading.</a:t>
          </a:r>
          <a:endParaRPr lang="en-IN" dirty="0"/>
        </a:p>
      </dgm:t>
    </dgm:pt>
    <dgm:pt modelId="{42019576-3952-4879-8F23-50D7425651A8}" type="parTrans" cxnId="{CC040789-E36B-4301-A690-AA28797C8050}">
      <dgm:prSet/>
      <dgm:spPr/>
      <dgm:t>
        <a:bodyPr/>
        <a:lstStyle/>
        <a:p>
          <a:endParaRPr lang="en-IN"/>
        </a:p>
      </dgm:t>
    </dgm:pt>
    <dgm:pt modelId="{9C82EF39-C7D6-4900-A719-CBEB3112AB01}" type="sibTrans" cxnId="{CC040789-E36B-4301-A690-AA28797C8050}">
      <dgm:prSet/>
      <dgm:spPr/>
      <dgm:t>
        <a:bodyPr/>
        <a:lstStyle/>
        <a:p>
          <a:endParaRPr lang="en-IN"/>
        </a:p>
      </dgm:t>
    </dgm:pt>
    <dgm:pt modelId="{D8493C5F-16E4-4BB0-98F3-7A54D817384E}">
      <dgm:prSet/>
      <dgm:spPr/>
      <dgm:t>
        <a:bodyPr/>
        <a:lstStyle/>
        <a:p>
          <a:r>
            <a:rPr lang="en-US"/>
            <a:t>Useful for users who need to access their email from </a:t>
          </a:r>
          <a:r>
            <a:rPr lang="en-US" b="1"/>
            <a:t>multiple devices</a:t>
          </a:r>
          <a:r>
            <a:rPr lang="en-US"/>
            <a:t> or a temporary location (like a laptop).</a:t>
          </a:r>
          <a:endParaRPr lang="en-IN"/>
        </a:p>
      </dgm:t>
    </dgm:pt>
    <dgm:pt modelId="{10896C62-D533-41D2-B215-59267F8CE6B0}" type="parTrans" cxnId="{2AA283FD-6332-4BD7-AD8C-B58CDB87DB42}">
      <dgm:prSet/>
      <dgm:spPr/>
      <dgm:t>
        <a:bodyPr/>
        <a:lstStyle/>
        <a:p>
          <a:endParaRPr lang="en-IN"/>
        </a:p>
      </dgm:t>
    </dgm:pt>
    <dgm:pt modelId="{08C20EAB-254F-4B9C-ABCA-B0D7934A7315}" type="sibTrans" cxnId="{2AA283FD-6332-4BD7-AD8C-B58CDB87DB42}">
      <dgm:prSet/>
      <dgm:spPr/>
      <dgm:t>
        <a:bodyPr/>
        <a:lstStyle/>
        <a:p>
          <a:endParaRPr lang="en-IN"/>
        </a:p>
      </dgm:t>
    </dgm:pt>
    <dgm:pt modelId="{67CEA406-B76B-4142-A764-1AB7B558D9BE}" type="pres">
      <dgm:prSet presAssocID="{E336C1A9-30D4-47D4-AA88-2B3C05850F1A}" presName="linearFlow" presStyleCnt="0">
        <dgm:presLayoutVars>
          <dgm:dir/>
          <dgm:animLvl val="lvl"/>
          <dgm:resizeHandles val="exact"/>
        </dgm:presLayoutVars>
      </dgm:prSet>
      <dgm:spPr/>
    </dgm:pt>
    <dgm:pt modelId="{3C39AD3D-B4A4-456B-A99D-1641E40AAAB3}" type="pres">
      <dgm:prSet presAssocID="{FFE9E763-ACE2-49F2-A429-9D640ABEB918}" presName="composite" presStyleCnt="0"/>
      <dgm:spPr/>
    </dgm:pt>
    <dgm:pt modelId="{24CDC8DF-B586-4546-B7B1-E69D38AF3092}" type="pres">
      <dgm:prSet presAssocID="{FFE9E763-ACE2-49F2-A429-9D640ABEB918}" presName="par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1F81BF0B-4234-477E-A752-11A986DBD636}" type="pres">
      <dgm:prSet presAssocID="{FFE9E763-ACE2-49F2-A429-9D640ABEB918}" presName="parSh" presStyleLbl="node1" presStyleIdx="0" presStyleCnt="1"/>
      <dgm:spPr/>
    </dgm:pt>
    <dgm:pt modelId="{6DDEFAE5-0B1A-462C-A9CB-34E901A44CB5}" type="pres">
      <dgm:prSet presAssocID="{FFE9E763-ACE2-49F2-A429-9D640ABEB918}" presName="desTx" presStyleLbl="fgAcc1" presStyleIdx="0" presStyleCnt="1">
        <dgm:presLayoutVars>
          <dgm:bulletEnabled val="1"/>
        </dgm:presLayoutVars>
      </dgm:prSet>
      <dgm:spPr/>
    </dgm:pt>
  </dgm:ptLst>
  <dgm:cxnLst>
    <dgm:cxn modelId="{2172E813-535B-4003-AA33-D88863382894}" type="presOf" srcId="{FFE9E763-ACE2-49F2-A429-9D640ABEB918}" destId="{1F81BF0B-4234-477E-A752-11A986DBD636}" srcOrd="1" destOrd="0" presId="urn:microsoft.com/office/officeart/2005/8/layout/process3"/>
    <dgm:cxn modelId="{69A9861C-BFB5-4251-A8BE-3C83DA7705F3}" type="presOf" srcId="{D8493C5F-16E4-4BB0-98F3-7A54D817384E}" destId="{6DDEFAE5-0B1A-462C-A9CB-34E901A44CB5}" srcOrd="0" destOrd="3" presId="urn:microsoft.com/office/officeart/2005/8/layout/process3"/>
    <dgm:cxn modelId="{CDEE8120-2262-450C-B16A-DC100C8B8451}" srcId="{E336C1A9-30D4-47D4-AA88-2B3C05850F1A}" destId="{FFE9E763-ACE2-49F2-A429-9D640ABEB918}" srcOrd="0" destOrd="0" parTransId="{D5084DD6-C6CC-45FE-BDE9-A991FC1A339E}" sibTransId="{06D87B0B-F3BD-43F8-8928-50FBE07ED174}"/>
    <dgm:cxn modelId="{3A0DA23B-2D0C-4BBA-B498-A7A8AF2CC030}" type="presOf" srcId="{E336C1A9-30D4-47D4-AA88-2B3C05850F1A}" destId="{67CEA406-B76B-4142-A764-1AB7B558D9BE}" srcOrd="0" destOrd="0" presId="urn:microsoft.com/office/officeart/2005/8/layout/process3"/>
    <dgm:cxn modelId="{A4BD923C-110E-4F60-BB2B-57F9B072F9DF}" type="presOf" srcId="{530D67E9-8B6C-418A-B95D-01283A48D9B4}" destId="{6DDEFAE5-0B1A-462C-A9CB-34E901A44CB5}" srcOrd="0" destOrd="2" presId="urn:microsoft.com/office/officeart/2005/8/layout/process3"/>
    <dgm:cxn modelId="{C2C82967-F095-48B6-BE65-D13C91B167A4}" type="presOf" srcId="{5DF8843F-3665-42BB-B408-D85CE7D26C74}" destId="{6DDEFAE5-0B1A-462C-A9CB-34E901A44CB5}" srcOrd="0" destOrd="1" presId="urn:microsoft.com/office/officeart/2005/8/layout/process3"/>
    <dgm:cxn modelId="{BE97F34A-4FCE-4BF8-A06D-4C9E972849CF}" type="presOf" srcId="{FFE9E763-ACE2-49F2-A429-9D640ABEB918}" destId="{24CDC8DF-B586-4546-B7B1-E69D38AF3092}" srcOrd="0" destOrd="0" presId="urn:microsoft.com/office/officeart/2005/8/layout/process3"/>
    <dgm:cxn modelId="{09CB5475-FD66-4B71-9932-F037671AB224}" type="presOf" srcId="{5F39D388-5A16-499E-82DE-3EE8541EEFBF}" destId="{6DDEFAE5-0B1A-462C-A9CB-34E901A44CB5}" srcOrd="0" destOrd="0" presId="urn:microsoft.com/office/officeart/2005/8/layout/process3"/>
    <dgm:cxn modelId="{CC040789-E36B-4301-A690-AA28797C8050}" srcId="{FFE9E763-ACE2-49F2-A429-9D640ABEB918}" destId="{530D67E9-8B6C-418A-B95D-01283A48D9B4}" srcOrd="1" destOrd="0" parTransId="{42019576-3952-4879-8F23-50D7425651A8}" sibTransId="{9C82EF39-C7D6-4900-A719-CBEB3112AB01}"/>
    <dgm:cxn modelId="{AF605F9F-3DA1-4454-A3D0-3FC8EC1A1270}" srcId="{5F39D388-5A16-499E-82DE-3EE8541EEFBF}" destId="{5DF8843F-3665-42BB-B408-D85CE7D26C74}" srcOrd="0" destOrd="0" parTransId="{7A771B86-8899-4E66-95BE-D8F7FC59DBEB}" sibTransId="{6074BC5A-ED14-49E7-BD2F-3E784B71A5F1}"/>
    <dgm:cxn modelId="{78A937AB-AFDC-4898-A8AE-AC3B824CF184}" srcId="{FFE9E763-ACE2-49F2-A429-9D640ABEB918}" destId="{5F39D388-5A16-499E-82DE-3EE8541EEFBF}" srcOrd="0" destOrd="0" parTransId="{4A3C3208-F353-4A0D-8CF8-B7BC05AD6469}" sibTransId="{5E2F0B60-E673-43D0-B26E-E82981CC54C4}"/>
    <dgm:cxn modelId="{2AA283FD-6332-4BD7-AD8C-B58CDB87DB42}" srcId="{530D67E9-8B6C-418A-B95D-01283A48D9B4}" destId="{D8493C5F-16E4-4BB0-98F3-7A54D817384E}" srcOrd="0" destOrd="0" parTransId="{10896C62-D533-41D2-B215-59267F8CE6B0}" sibTransId="{08C20EAB-254F-4B9C-ABCA-B0D7934A7315}"/>
    <dgm:cxn modelId="{B54598B9-CE77-4AFC-A1F8-8BBBD4EB7EDA}" type="presParOf" srcId="{67CEA406-B76B-4142-A764-1AB7B558D9BE}" destId="{3C39AD3D-B4A4-456B-A99D-1641E40AAAB3}" srcOrd="0" destOrd="0" presId="urn:microsoft.com/office/officeart/2005/8/layout/process3"/>
    <dgm:cxn modelId="{5842A7F3-8984-4F0A-82AA-5C14CCE7E764}" type="presParOf" srcId="{3C39AD3D-B4A4-456B-A99D-1641E40AAAB3}" destId="{24CDC8DF-B586-4546-B7B1-E69D38AF3092}" srcOrd="0" destOrd="0" presId="urn:microsoft.com/office/officeart/2005/8/layout/process3"/>
    <dgm:cxn modelId="{0887C35F-115A-473D-8969-34AAC1945F5B}" type="presParOf" srcId="{3C39AD3D-B4A4-456B-A99D-1641E40AAAB3}" destId="{1F81BF0B-4234-477E-A752-11A986DBD636}" srcOrd="1" destOrd="0" presId="urn:microsoft.com/office/officeart/2005/8/layout/process3"/>
    <dgm:cxn modelId="{0D6FE7E7-91AF-4727-8C6D-A4B22554D858}" type="presParOf" srcId="{3C39AD3D-B4A4-456B-A99D-1641E40AAAB3}" destId="{6DDEFAE5-0B1A-462C-A9CB-34E901A44CB5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A8601B8-AF7E-42F1-9FCB-1EA8497E2CD8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5F01F39-B764-4626-8950-CCFFBED4D3C2}">
      <dgm:prSet custT="1"/>
      <dgm:spPr/>
      <dgm:t>
        <a:bodyPr/>
        <a:lstStyle/>
        <a:p>
          <a:r>
            <a:rPr lang="en-US" sz="1800" b="1" dirty="0"/>
            <a:t>Client Request</a:t>
          </a:r>
          <a:endParaRPr lang="en-IN" sz="1800" dirty="0"/>
        </a:p>
      </dgm:t>
    </dgm:pt>
    <dgm:pt modelId="{3CDD7C31-D5A7-4E85-909C-4AA22C3FFD2F}" type="parTrans" cxnId="{58DB2200-5812-4FEC-8F7F-B58F231F133D}">
      <dgm:prSet/>
      <dgm:spPr/>
      <dgm:t>
        <a:bodyPr/>
        <a:lstStyle/>
        <a:p>
          <a:endParaRPr lang="en-IN"/>
        </a:p>
      </dgm:t>
    </dgm:pt>
    <dgm:pt modelId="{723B42DA-11FC-4038-9CD2-9A1E7D78DCE9}" type="sibTrans" cxnId="{58DB2200-5812-4FEC-8F7F-B58F231F133D}">
      <dgm:prSet/>
      <dgm:spPr/>
      <dgm:t>
        <a:bodyPr/>
        <a:lstStyle/>
        <a:p>
          <a:endParaRPr lang="en-IN"/>
        </a:p>
      </dgm:t>
    </dgm:pt>
    <dgm:pt modelId="{9626C352-D8F4-44CA-98CC-6532418BF2D4}">
      <dgm:prSet custT="1"/>
      <dgm:spPr/>
      <dgm:t>
        <a:bodyPr/>
        <a:lstStyle/>
        <a:p>
          <a:r>
            <a:rPr lang="en-US" sz="1800" b="1" dirty="0"/>
            <a:t>Authentication:</a:t>
          </a:r>
          <a:endParaRPr lang="en-IN" sz="1800" dirty="0"/>
        </a:p>
      </dgm:t>
    </dgm:pt>
    <dgm:pt modelId="{C536A826-BC80-47EE-9347-E6634CF877C4}" type="parTrans" cxnId="{5383AF02-9711-4DDD-8B3D-812C37D10EBA}">
      <dgm:prSet/>
      <dgm:spPr/>
      <dgm:t>
        <a:bodyPr/>
        <a:lstStyle/>
        <a:p>
          <a:endParaRPr lang="en-IN"/>
        </a:p>
      </dgm:t>
    </dgm:pt>
    <dgm:pt modelId="{8DC659F5-1CB9-4162-8D7C-35B3390F9A6B}" type="sibTrans" cxnId="{5383AF02-9711-4DDD-8B3D-812C37D10EBA}">
      <dgm:prSet/>
      <dgm:spPr/>
      <dgm:t>
        <a:bodyPr/>
        <a:lstStyle/>
        <a:p>
          <a:endParaRPr lang="en-IN"/>
        </a:p>
      </dgm:t>
    </dgm:pt>
    <dgm:pt modelId="{D254BBCD-02D9-43A0-9C50-C784C107BA46}">
      <dgm:prSet custT="1"/>
      <dgm:spPr/>
      <dgm:t>
        <a:bodyPr/>
        <a:lstStyle/>
        <a:p>
          <a:r>
            <a:rPr lang="en-US" sz="1800" b="1" dirty="0"/>
            <a:t>List Messages:</a:t>
          </a:r>
          <a:endParaRPr lang="en-IN" sz="1800" dirty="0"/>
        </a:p>
      </dgm:t>
    </dgm:pt>
    <dgm:pt modelId="{B40DCF54-BC7F-45CA-A85B-916311B852F3}" type="parTrans" cxnId="{293DA131-2D25-47EF-9EDD-76499E98E032}">
      <dgm:prSet/>
      <dgm:spPr/>
      <dgm:t>
        <a:bodyPr/>
        <a:lstStyle/>
        <a:p>
          <a:endParaRPr lang="en-IN"/>
        </a:p>
      </dgm:t>
    </dgm:pt>
    <dgm:pt modelId="{EBD2ADA6-B64F-433C-8A9D-2EE7C94E9245}" type="sibTrans" cxnId="{293DA131-2D25-47EF-9EDD-76499E98E032}">
      <dgm:prSet/>
      <dgm:spPr/>
      <dgm:t>
        <a:bodyPr/>
        <a:lstStyle/>
        <a:p>
          <a:endParaRPr lang="en-IN"/>
        </a:p>
      </dgm:t>
    </dgm:pt>
    <dgm:pt modelId="{E737954D-CE89-4958-9617-69A7E79B08C5}">
      <dgm:prSet custT="1"/>
      <dgm:spPr/>
      <dgm:t>
        <a:bodyPr/>
        <a:lstStyle/>
        <a:p>
          <a:r>
            <a:rPr lang="en-US" sz="1800" b="1" dirty="0"/>
            <a:t>Retrieve Messages:</a:t>
          </a:r>
          <a:endParaRPr lang="en-IN" sz="1800" dirty="0"/>
        </a:p>
      </dgm:t>
    </dgm:pt>
    <dgm:pt modelId="{A70E0D86-1643-4393-8470-C0FC33B371CB}" type="parTrans" cxnId="{3AB710FB-02F5-4C15-941C-A71E194619B5}">
      <dgm:prSet/>
      <dgm:spPr/>
      <dgm:t>
        <a:bodyPr/>
        <a:lstStyle/>
        <a:p>
          <a:endParaRPr lang="en-IN"/>
        </a:p>
      </dgm:t>
    </dgm:pt>
    <dgm:pt modelId="{7D428996-F7F0-48DD-A6D3-133B0A076C53}" type="sibTrans" cxnId="{3AB710FB-02F5-4C15-941C-A71E194619B5}">
      <dgm:prSet/>
      <dgm:spPr/>
      <dgm:t>
        <a:bodyPr/>
        <a:lstStyle/>
        <a:p>
          <a:endParaRPr lang="en-IN"/>
        </a:p>
      </dgm:t>
    </dgm:pt>
    <dgm:pt modelId="{03FF48F5-B38E-4642-B00D-4C8CB10151A1}">
      <dgm:prSet custT="1"/>
      <dgm:spPr/>
      <dgm:t>
        <a:bodyPr/>
        <a:lstStyle/>
        <a:p>
          <a:r>
            <a:rPr lang="en-US" sz="1800" b="1" dirty="0"/>
            <a:t>Delete or Keep:</a:t>
          </a:r>
          <a:endParaRPr lang="en-IN" sz="1800" dirty="0"/>
        </a:p>
      </dgm:t>
    </dgm:pt>
    <dgm:pt modelId="{1BA720ED-7D3F-4656-9FE6-F8584D1D997D}" type="parTrans" cxnId="{D92D37E2-D064-442E-A650-63B4C1E9D2F7}">
      <dgm:prSet/>
      <dgm:spPr/>
      <dgm:t>
        <a:bodyPr/>
        <a:lstStyle/>
        <a:p>
          <a:endParaRPr lang="en-IN"/>
        </a:p>
      </dgm:t>
    </dgm:pt>
    <dgm:pt modelId="{7C2CFBEF-82E9-44C1-B79E-950B5849ADDA}" type="sibTrans" cxnId="{D92D37E2-D064-442E-A650-63B4C1E9D2F7}">
      <dgm:prSet/>
      <dgm:spPr/>
      <dgm:t>
        <a:bodyPr/>
        <a:lstStyle/>
        <a:p>
          <a:endParaRPr lang="en-IN"/>
        </a:p>
      </dgm:t>
    </dgm:pt>
    <dgm:pt modelId="{978B604A-5A1C-4656-BE4D-3B00B83FF266}">
      <dgm:prSet custT="1"/>
      <dgm:spPr/>
      <dgm:t>
        <a:bodyPr/>
        <a:lstStyle/>
        <a:p>
          <a:r>
            <a:rPr lang="en-US" sz="1400" dirty="0"/>
            <a:t>In </a:t>
          </a:r>
          <a:r>
            <a:rPr lang="en-US" sz="1400" b="1" dirty="0"/>
            <a:t>Delete Mode</a:t>
          </a:r>
          <a:r>
            <a:rPr lang="en-US" sz="1400" dirty="0"/>
            <a:t>, messages are removed from the server after downloading.</a:t>
          </a:r>
          <a:endParaRPr lang="en-IN" sz="1400" dirty="0"/>
        </a:p>
      </dgm:t>
    </dgm:pt>
    <dgm:pt modelId="{BA3916BB-0983-4711-89CE-8FC14A8780D6}" type="parTrans" cxnId="{150F1DA8-67B4-4ED8-822C-18E851883739}">
      <dgm:prSet/>
      <dgm:spPr/>
      <dgm:t>
        <a:bodyPr/>
        <a:lstStyle/>
        <a:p>
          <a:endParaRPr lang="en-IN"/>
        </a:p>
      </dgm:t>
    </dgm:pt>
    <dgm:pt modelId="{CB301B4E-AA15-40C0-A1E9-F705A70FA3C4}" type="sibTrans" cxnId="{150F1DA8-67B4-4ED8-822C-18E851883739}">
      <dgm:prSet/>
      <dgm:spPr/>
      <dgm:t>
        <a:bodyPr/>
        <a:lstStyle/>
        <a:p>
          <a:endParaRPr lang="en-IN"/>
        </a:p>
      </dgm:t>
    </dgm:pt>
    <dgm:pt modelId="{E01B41D0-224E-4532-8540-3941889BD454}">
      <dgm:prSet custT="1"/>
      <dgm:spPr/>
      <dgm:t>
        <a:bodyPr/>
        <a:lstStyle/>
        <a:p>
          <a:r>
            <a:rPr lang="en-US" sz="1400" dirty="0"/>
            <a:t>In </a:t>
          </a:r>
          <a:r>
            <a:rPr lang="en-US" sz="1400" b="1" dirty="0"/>
            <a:t>Keep Mode</a:t>
          </a:r>
          <a:r>
            <a:rPr lang="en-US" sz="1400" dirty="0"/>
            <a:t>, messages remain on the server for later access.</a:t>
          </a:r>
          <a:endParaRPr lang="en-IN" sz="1400" dirty="0"/>
        </a:p>
      </dgm:t>
    </dgm:pt>
    <dgm:pt modelId="{DCE05320-8BFB-4E5C-B984-347A3C5FC015}" type="parTrans" cxnId="{47B44F48-1E1E-420B-8F65-545CBCAEEF12}">
      <dgm:prSet/>
      <dgm:spPr/>
      <dgm:t>
        <a:bodyPr/>
        <a:lstStyle/>
        <a:p>
          <a:endParaRPr lang="en-IN"/>
        </a:p>
      </dgm:t>
    </dgm:pt>
    <dgm:pt modelId="{175B925A-75FC-44D5-B540-77B4F322B4E8}" type="sibTrans" cxnId="{47B44F48-1E1E-420B-8F65-545CBCAEEF12}">
      <dgm:prSet/>
      <dgm:spPr/>
      <dgm:t>
        <a:bodyPr/>
        <a:lstStyle/>
        <a:p>
          <a:endParaRPr lang="en-IN"/>
        </a:p>
      </dgm:t>
    </dgm:pt>
    <dgm:pt modelId="{DC4A8C6A-7D7A-4743-9145-9F7163E170FD}">
      <dgm:prSet custT="1"/>
      <dgm:spPr/>
      <dgm:t>
        <a:bodyPr/>
        <a:lstStyle/>
        <a:p>
          <a:r>
            <a:rPr lang="en-US" sz="1800" b="1" dirty="0"/>
            <a:t>Close Connection:</a:t>
          </a:r>
          <a:endParaRPr lang="en-IN" sz="1800" dirty="0"/>
        </a:p>
      </dgm:t>
    </dgm:pt>
    <dgm:pt modelId="{F19C992C-7912-488C-91C3-2BD9D95CDD9C}" type="parTrans" cxnId="{EF3DF99A-B5C6-4CCD-9DD4-A5AB600414F8}">
      <dgm:prSet/>
      <dgm:spPr/>
      <dgm:t>
        <a:bodyPr/>
        <a:lstStyle/>
        <a:p>
          <a:endParaRPr lang="en-IN"/>
        </a:p>
      </dgm:t>
    </dgm:pt>
    <dgm:pt modelId="{445F6A55-4FAF-4CE3-9BE9-A6AD4A288954}" type="sibTrans" cxnId="{EF3DF99A-B5C6-4CCD-9DD4-A5AB600414F8}">
      <dgm:prSet/>
      <dgm:spPr/>
      <dgm:t>
        <a:bodyPr/>
        <a:lstStyle/>
        <a:p>
          <a:endParaRPr lang="en-IN"/>
        </a:p>
      </dgm:t>
    </dgm:pt>
    <dgm:pt modelId="{C02974BD-2CCF-4C5C-9372-D5437CBFA503}">
      <dgm:prSet custT="1"/>
      <dgm:spPr/>
      <dgm:t>
        <a:bodyPr/>
        <a:lstStyle/>
        <a:p>
          <a:r>
            <a:rPr lang="en-US" sz="1400" dirty="0"/>
            <a:t>The POP3 client on the user’s computer opens a connection to the mail server on </a:t>
          </a:r>
          <a:r>
            <a:rPr lang="en-US" sz="1400" b="1" dirty="0"/>
            <a:t>TCP port 110</a:t>
          </a:r>
          <a:r>
            <a:rPr lang="en-US" sz="1400" dirty="0"/>
            <a:t>.</a:t>
          </a:r>
          <a:endParaRPr lang="en-IN" sz="1400" dirty="0"/>
        </a:p>
      </dgm:t>
    </dgm:pt>
    <dgm:pt modelId="{ED6EFE78-5236-4710-B5B7-5AB9CC591660}" type="parTrans" cxnId="{69463401-92D3-45B6-A495-6112539D8399}">
      <dgm:prSet/>
      <dgm:spPr/>
      <dgm:t>
        <a:bodyPr/>
        <a:lstStyle/>
        <a:p>
          <a:endParaRPr lang="en-IN"/>
        </a:p>
      </dgm:t>
    </dgm:pt>
    <dgm:pt modelId="{B04B3CB3-8B6A-4E8A-B85C-74F3EA52170C}" type="sibTrans" cxnId="{69463401-92D3-45B6-A495-6112539D8399}">
      <dgm:prSet/>
      <dgm:spPr/>
      <dgm:t>
        <a:bodyPr/>
        <a:lstStyle/>
        <a:p>
          <a:endParaRPr lang="en-IN"/>
        </a:p>
      </dgm:t>
    </dgm:pt>
    <dgm:pt modelId="{10D09F6C-529E-47A4-8ADD-2D0D36E1871A}">
      <dgm:prSet custT="1"/>
      <dgm:spPr/>
      <dgm:t>
        <a:bodyPr/>
        <a:lstStyle/>
        <a:p>
          <a:r>
            <a:rPr lang="en-US" sz="1400" dirty="0"/>
            <a:t>The client sends the </a:t>
          </a:r>
          <a:r>
            <a:rPr lang="en-US" sz="1400" b="1" dirty="0"/>
            <a:t>username and password</a:t>
          </a:r>
          <a:r>
            <a:rPr lang="en-US" sz="1400" dirty="0"/>
            <a:t> to log in and access the user’s mailbox.</a:t>
          </a:r>
          <a:endParaRPr lang="en-IN" sz="1400" dirty="0"/>
        </a:p>
      </dgm:t>
    </dgm:pt>
    <dgm:pt modelId="{0D967A8E-DA4B-403A-AD97-A384C1567995}" type="parTrans" cxnId="{1CC35677-4265-44F2-A36F-E914626AF5A1}">
      <dgm:prSet/>
      <dgm:spPr/>
      <dgm:t>
        <a:bodyPr/>
        <a:lstStyle/>
        <a:p>
          <a:endParaRPr lang="en-IN"/>
        </a:p>
      </dgm:t>
    </dgm:pt>
    <dgm:pt modelId="{83F06E8D-454C-44EB-A99E-3684596D64EC}" type="sibTrans" cxnId="{1CC35677-4265-44F2-A36F-E914626AF5A1}">
      <dgm:prSet/>
      <dgm:spPr/>
      <dgm:t>
        <a:bodyPr/>
        <a:lstStyle/>
        <a:p>
          <a:endParaRPr lang="en-IN"/>
        </a:p>
      </dgm:t>
    </dgm:pt>
    <dgm:pt modelId="{690926EB-F48E-40A3-B347-8BE8BD8C7EB4}">
      <dgm:prSet custT="1"/>
      <dgm:spPr/>
      <dgm:t>
        <a:bodyPr/>
        <a:lstStyle/>
        <a:p>
          <a:r>
            <a:rPr lang="en-US" sz="1400" dirty="0"/>
            <a:t>The server responds with a list of available emails in the mailbox.</a:t>
          </a:r>
          <a:endParaRPr lang="en-IN" sz="1400" dirty="0"/>
        </a:p>
      </dgm:t>
    </dgm:pt>
    <dgm:pt modelId="{81D8939B-D502-4AC8-ACD9-AC1C466799F1}" type="parTrans" cxnId="{80CA187E-6480-4F57-A045-A5B642F78597}">
      <dgm:prSet/>
      <dgm:spPr/>
      <dgm:t>
        <a:bodyPr/>
        <a:lstStyle/>
        <a:p>
          <a:endParaRPr lang="en-IN"/>
        </a:p>
      </dgm:t>
    </dgm:pt>
    <dgm:pt modelId="{87E75BB3-9502-4BB0-901F-259D3D8522A5}" type="sibTrans" cxnId="{80CA187E-6480-4F57-A045-A5B642F78597}">
      <dgm:prSet/>
      <dgm:spPr/>
      <dgm:t>
        <a:bodyPr/>
        <a:lstStyle/>
        <a:p>
          <a:endParaRPr lang="en-IN"/>
        </a:p>
      </dgm:t>
    </dgm:pt>
    <dgm:pt modelId="{CE67FADA-390A-4576-A84D-B89279487903}">
      <dgm:prSet custT="1"/>
      <dgm:spPr/>
      <dgm:t>
        <a:bodyPr/>
        <a:lstStyle/>
        <a:p>
          <a:r>
            <a:rPr lang="en-US" sz="1400" dirty="0"/>
            <a:t>The client downloads emails one by one to the local computer for offline access.</a:t>
          </a:r>
          <a:endParaRPr lang="en-IN" sz="1400" dirty="0"/>
        </a:p>
      </dgm:t>
    </dgm:pt>
    <dgm:pt modelId="{D7B8D76C-6D91-45FE-9AA8-F2606C74CC31}" type="parTrans" cxnId="{634924AB-9BB1-46BC-924B-5B0A895B7B1A}">
      <dgm:prSet/>
      <dgm:spPr/>
      <dgm:t>
        <a:bodyPr/>
        <a:lstStyle/>
        <a:p>
          <a:endParaRPr lang="en-IN"/>
        </a:p>
      </dgm:t>
    </dgm:pt>
    <dgm:pt modelId="{3346D801-9604-4972-85EF-2678571FD521}" type="sibTrans" cxnId="{634924AB-9BB1-46BC-924B-5B0A895B7B1A}">
      <dgm:prSet/>
      <dgm:spPr/>
      <dgm:t>
        <a:bodyPr/>
        <a:lstStyle/>
        <a:p>
          <a:endParaRPr lang="en-IN"/>
        </a:p>
      </dgm:t>
    </dgm:pt>
    <dgm:pt modelId="{B0C17AC2-AE15-43CD-B8F0-549F6822C0D2}">
      <dgm:prSet custT="1"/>
      <dgm:spPr/>
      <dgm:t>
        <a:bodyPr/>
        <a:lstStyle/>
        <a:p>
          <a:r>
            <a:rPr lang="en-US" sz="1400" dirty="0"/>
            <a:t>Once all messages are retrieved, the client closes the connection to the server.</a:t>
          </a:r>
          <a:endParaRPr lang="en-IN" sz="1400" dirty="0"/>
        </a:p>
      </dgm:t>
    </dgm:pt>
    <dgm:pt modelId="{FC231F3F-023B-4F70-91ED-F5945CD691D1}" type="parTrans" cxnId="{3E9EAAA6-4508-4095-AA92-D5EBB9C35DAB}">
      <dgm:prSet/>
      <dgm:spPr/>
      <dgm:t>
        <a:bodyPr/>
        <a:lstStyle/>
        <a:p>
          <a:endParaRPr lang="en-IN"/>
        </a:p>
      </dgm:t>
    </dgm:pt>
    <dgm:pt modelId="{99C250B9-6863-42D8-9886-553118F8CF00}" type="sibTrans" cxnId="{3E9EAAA6-4508-4095-AA92-D5EBB9C35DAB}">
      <dgm:prSet/>
      <dgm:spPr/>
      <dgm:t>
        <a:bodyPr/>
        <a:lstStyle/>
        <a:p>
          <a:endParaRPr lang="en-IN"/>
        </a:p>
      </dgm:t>
    </dgm:pt>
    <dgm:pt modelId="{D2720D5F-AD70-4E87-998E-3A9DDEB745B3}" type="pres">
      <dgm:prSet presAssocID="{9A8601B8-AF7E-42F1-9FCB-1EA8497E2CD8}" presName="diagram" presStyleCnt="0">
        <dgm:presLayoutVars>
          <dgm:dir/>
          <dgm:resizeHandles val="exact"/>
        </dgm:presLayoutVars>
      </dgm:prSet>
      <dgm:spPr/>
    </dgm:pt>
    <dgm:pt modelId="{C79615B8-7CBE-4EB9-99DC-BCA1189AB989}" type="pres">
      <dgm:prSet presAssocID="{45F01F39-B764-4626-8950-CCFFBED4D3C2}" presName="node" presStyleLbl="node1" presStyleIdx="0" presStyleCnt="6">
        <dgm:presLayoutVars>
          <dgm:bulletEnabled val="1"/>
        </dgm:presLayoutVars>
      </dgm:prSet>
      <dgm:spPr/>
    </dgm:pt>
    <dgm:pt modelId="{3461BB45-B29E-4BA4-B7C3-471AE47D4563}" type="pres">
      <dgm:prSet presAssocID="{723B42DA-11FC-4038-9CD2-9A1E7D78DCE9}" presName="sibTrans" presStyleLbl="sibTrans2D1" presStyleIdx="0" presStyleCnt="5"/>
      <dgm:spPr/>
    </dgm:pt>
    <dgm:pt modelId="{A45C920D-455E-4999-BA8C-317633E76BF8}" type="pres">
      <dgm:prSet presAssocID="{723B42DA-11FC-4038-9CD2-9A1E7D78DCE9}" presName="connectorText" presStyleLbl="sibTrans2D1" presStyleIdx="0" presStyleCnt="5"/>
      <dgm:spPr/>
    </dgm:pt>
    <dgm:pt modelId="{A0D0E4ED-E47D-4D11-99F8-A5CD5664A272}" type="pres">
      <dgm:prSet presAssocID="{9626C352-D8F4-44CA-98CC-6532418BF2D4}" presName="node" presStyleLbl="node1" presStyleIdx="1" presStyleCnt="6" custLinFactNeighborX="14334" custLinFactNeighborY="-9">
        <dgm:presLayoutVars>
          <dgm:bulletEnabled val="1"/>
        </dgm:presLayoutVars>
      </dgm:prSet>
      <dgm:spPr/>
    </dgm:pt>
    <dgm:pt modelId="{29147B1C-F8D9-4BFD-B9E4-D2118FBEBEE7}" type="pres">
      <dgm:prSet presAssocID="{8DC659F5-1CB9-4162-8D7C-35B3390F9A6B}" presName="sibTrans" presStyleLbl="sibTrans2D1" presStyleIdx="1" presStyleCnt="5"/>
      <dgm:spPr/>
    </dgm:pt>
    <dgm:pt modelId="{1B2DADC0-347B-4E95-BD82-AC20EF9F94BB}" type="pres">
      <dgm:prSet presAssocID="{8DC659F5-1CB9-4162-8D7C-35B3390F9A6B}" presName="connectorText" presStyleLbl="sibTrans2D1" presStyleIdx="1" presStyleCnt="5"/>
      <dgm:spPr/>
    </dgm:pt>
    <dgm:pt modelId="{7B648B97-6B3F-47B2-A8A3-ADD2793D9AC4}" type="pres">
      <dgm:prSet presAssocID="{D254BBCD-02D9-43A0-9C50-C784C107BA46}" presName="node" presStyleLbl="node1" presStyleIdx="2" presStyleCnt="6" custLinFactNeighborX="14334" custLinFactNeighborY="1838">
        <dgm:presLayoutVars>
          <dgm:bulletEnabled val="1"/>
        </dgm:presLayoutVars>
      </dgm:prSet>
      <dgm:spPr/>
    </dgm:pt>
    <dgm:pt modelId="{3A051D1B-D61F-48D5-B126-C8C137D14C88}" type="pres">
      <dgm:prSet presAssocID="{EBD2ADA6-B64F-433C-8A9D-2EE7C94E9245}" presName="sibTrans" presStyleLbl="sibTrans2D1" presStyleIdx="2" presStyleCnt="5"/>
      <dgm:spPr/>
    </dgm:pt>
    <dgm:pt modelId="{E79BA236-FAC2-409F-A61A-F0DF2A40098D}" type="pres">
      <dgm:prSet presAssocID="{EBD2ADA6-B64F-433C-8A9D-2EE7C94E9245}" presName="connectorText" presStyleLbl="sibTrans2D1" presStyleIdx="2" presStyleCnt="5"/>
      <dgm:spPr/>
    </dgm:pt>
    <dgm:pt modelId="{0A2FC727-BAA6-42FD-9718-603EAA78ED89}" type="pres">
      <dgm:prSet presAssocID="{E737954D-CE89-4958-9617-69A7E79B08C5}" presName="node" presStyleLbl="node1" presStyleIdx="3" presStyleCnt="6" custLinFactNeighborX="17284" custLinFactNeighborY="1777">
        <dgm:presLayoutVars>
          <dgm:bulletEnabled val="1"/>
        </dgm:presLayoutVars>
      </dgm:prSet>
      <dgm:spPr/>
    </dgm:pt>
    <dgm:pt modelId="{78844ACF-B7C3-4DF2-A59D-1EF7F78E0EAE}" type="pres">
      <dgm:prSet presAssocID="{7D428996-F7F0-48DD-A6D3-133B0A076C53}" presName="sibTrans" presStyleLbl="sibTrans2D1" presStyleIdx="3" presStyleCnt="5"/>
      <dgm:spPr/>
    </dgm:pt>
    <dgm:pt modelId="{8531DD3E-765B-4287-874D-D9B170252E4B}" type="pres">
      <dgm:prSet presAssocID="{7D428996-F7F0-48DD-A6D3-133B0A076C53}" presName="connectorText" presStyleLbl="sibTrans2D1" presStyleIdx="3" presStyleCnt="5"/>
      <dgm:spPr/>
    </dgm:pt>
    <dgm:pt modelId="{C1CA63A1-3B98-422E-B744-DAA12EF4B10F}" type="pres">
      <dgm:prSet presAssocID="{03FF48F5-B38E-4642-B00D-4C8CB10151A1}" presName="node" presStyleLbl="node1" presStyleIdx="4" presStyleCnt="6" custScaleX="130135" custScaleY="134369">
        <dgm:presLayoutVars>
          <dgm:bulletEnabled val="1"/>
        </dgm:presLayoutVars>
      </dgm:prSet>
      <dgm:spPr/>
    </dgm:pt>
    <dgm:pt modelId="{5848366C-95EA-487E-866E-4D8C8B51F6DA}" type="pres">
      <dgm:prSet presAssocID="{7C2CFBEF-82E9-44C1-B79E-950B5849ADDA}" presName="sibTrans" presStyleLbl="sibTrans2D1" presStyleIdx="4" presStyleCnt="5"/>
      <dgm:spPr/>
    </dgm:pt>
    <dgm:pt modelId="{7D89ED44-93AF-451B-BD01-B9FCDE0D58EE}" type="pres">
      <dgm:prSet presAssocID="{7C2CFBEF-82E9-44C1-B79E-950B5849ADDA}" presName="connectorText" presStyleLbl="sibTrans2D1" presStyleIdx="4" presStyleCnt="5"/>
      <dgm:spPr/>
    </dgm:pt>
    <dgm:pt modelId="{904CF646-6401-4644-8847-66B53A98DD90}" type="pres">
      <dgm:prSet presAssocID="{DC4A8C6A-7D7A-4743-9145-9F7163E170FD}" presName="node" presStyleLbl="node1" presStyleIdx="5" presStyleCnt="6">
        <dgm:presLayoutVars>
          <dgm:bulletEnabled val="1"/>
        </dgm:presLayoutVars>
      </dgm:prSet>
      <dgm:spPr/>
    </dgm:pt>
  </dgm:ptLst>
  <dgm:cxnLst>
    <dgm:cxn modelId="{58DB2200-5812-4FEC-8F7F-B58F231F133D}" srcId="{9A8601B8-AF7E-42F1-9FCB-1EA8497E2CD8}" destId="{45F01F39-B764-4626-8950-CCFFBED4D3C2}" srcOrd="0" destOrd="0" parTransId="{3CDD7C31-D5A7-4E85-909C-4AA22C3FFD2F}" sibTransId="{723B42DA-11FC-4038-9CD2-9A1E7D78DCE9}"/>
    <dgm:cxn modelId="{69463401-92D3-45B6-A495-6112539D8399}" srcId="{45F01F39-B764-4626-8950-CCFFBED4D3C2}" destId="{C02974BD-2CCF-4C5C-9372-D5437CBFA503}" srcOrd="0" destOrd="0" parTransId="{ED6EFE78-5236-4710-B5B7-5AB9CC591660}" sibTransId="{B04B3CB3-8B6A-4E8A-B85C-74F3EA52170C}"/>
    <dgm:cxn modelId="{5383AF02-9711-4DDD-8B3D-812C37D10EBA}" srcId="{9A8601B8-AF7E-42F1-9FCB-1EA8497E2CD8}" destId="{9626C352-D8F4-44CA-98CC-6532418BF2D4}" srcOrd="1" destOrd="0" parTransId="{C536A826-BC80-47EE-9347-E6634CF877C4}" sibTransId="{8DC659F5-1CB9-4162-8D7C-35B3390F9A6B}"/>
    <dgm:cxn modelId="{B08D690D-8BBF-47B8-8363-5EDCB8EB4E99}" type="presOf" srcId="{10D09F6C-529E-47A4-8ADD-2D0D36E1871A}" destId="{A0D0E4ED-E47D-4D11-99F8-A5CD5664A272}" srcOrd="0" destOrd="1" presId="urn:microsoft.com/office/officeart/2005/8/layout/process5"/>
    <dgm:cxn modelId="{13740917-7F67-41A6-AE6D-9BE33CDF3B61}" type="presOf" srcId="{CE67FADA-390A-4576-A84D-B89279487903}" destId="{0A2FC727-BAA6-42FD-9718-603EAA78ED89}" srcOrd="0" destOrd="1" presId="urn:microsoft.com/office/officeart/2005/8/layout/process5"/>
    <dgm:cxn modelId="{A8132C1A-52A3-4361-9EC5-0E2402C14A78}" type="presOf" srcId="{D254BBCD-02D9-43A0-9C50-C784C107BA46}" destId="{7B648B97-6B3F-47B2-A8A3-ADD2793D9AC4}" srcOrd="0" destOrd="0" presId="urn:microsoft.com/office/officeart/2005/8/layout/process5"/>
    <dgm:cxn modelId="{3E425E22-E474-4B49-9FF8-6F7B482F0908}" type="presOf" srcId="{EBD2ADA6-B64F-433C-8A9D-2EE7C94E9245}" destId="{3A051D1B-D61F-48D5-B126-C8C137D14C88}" srcOrd="0" destOrd="0" presId="urn:microsoft.com/office/officeart/2005/8/layout/process5"/>
    <dgm:cxn modelId="{51E5442F-7593-4682-84B1-A563E93542D6}" type="presOf" srcId="{B0C17AC2-AE15-43CD-B8F0-549F6822C0D2}" destId="{904CF646-6401-4644-8847-66B53A98DD90}" srcOrd="0" destOrd="1" presId="urn:microsoft.com/office/officeart/2005/8/layout/process5"/>
    <dgm:cxn modelId="{293DA131-2D25-47EF-9EDD-76499E98E032}" srcId="{9A8601B8-AF7E-42F1-9FCB-1EA8497E2CD8}" destId="{D254BBCD-02D9-43A0-9C50-C784C107BA46}" srcOrd="2" destOrd="0" parTransId="{B40DCF54-BC7F-45CA-A85B-916311B852F3}" sibTransId="{EBD2ADA6-B64F-433C-8A9D-2EE7C94E9245}"/>
    <dgm:cxn modelId="{77A81F34-1F4A-4577-B35A-C2A7DF89F5F8}" type="presOf" srcId="{8DC659F5-1CB9-4162-8D7C-35B3390F9A6B}" destId="{1B2DADC0-347B-4E95-BD82-AC20EF9F94BB}" srcOrd="1" destOrd="0" presId="urn:microsoft.com/office/officeart/2005/8/layout/process5"/>
    <dgm:cxn modelId="{D14FCC36-5D5B-4887-B947-04E1FA692D48}" type="presOf" srcId="{EBD2ADA6-B64F-433C-8A9D-2EE7C94E9245}" destId="{E79BA236-FAC2-409F-A61A-F0DF2A40098D}" srcOrd="1" destOrd="0" presId="urn:microsoft.com/office/officeart/2005/8/layout/process5"/>
    <dgm:cxn modelId="{63464537-38F2-4A8A-99F7-A43743D45FBA}" type="presOf" srcId="{7D428996-F7F0-48DD-A6D3-133B0A076C53}" destId="{78844ACF-B7C3-4DF2-A59D-1EF7F78E0EAE}" srcOrd="0" destOrd="0" presId="urn:microsoft.com/office/officeart/2005/8/layout/process5"/>
    <dgm:cxn modelId="{7957D364-37FC-4712-AE14-FB8FBD18B768}" type="presOf" srcId="{7C2CFBEF-82E9-44C1-B79E-950B5849ADDA}" destId="{7D89ED44-93AF-451B-BD01-B9FCDE0D58EE}" srcOrd="1" destOrd="0" presId="urn:microsoft.com/office/officeart/2005/8/layout/process5"/>
    <dgm:cxn modelId="{21B28467-4FA4-4EE0-9CC5-206376FD638C}" type="presOf" srcId="{723B42DA-11FC-4038-9CD2-9A1E7D78DCE9}" destId="{A45C920D-455E-4999-BA8C-317633E76BF8}" srcOrd="1" destOrd="0" presId="urn:microsoft.com/office/officeart/2005/8/layout/process5"/>
    <dgm:cxn modelId="{47B44F48-1E1E-420B-8F65-545CBCAEEF12}" srcId="{03FF48F5-B38E-4642-B00D-4C8CB10151A1}" destId="{E01B41D0-224E-4532-8540-3941889BD454}" srcOrd="1" destOrd="0" parTransId="{DCE05320-8BFB-4E5C-B984-347A3C5FC015}" sibTransId="{175B925A-75FC-44D5-B540-77B4F322B4E8}"/>
    <dgm:cxn modelId="{6610426B-8F61-4807-9CC8-ADED5F2C673A}" type="presOf" srcId="{45F01F39-B764-4626-8950-CCFFBED4D3C2}" destId="{C79615B8-7CBE-4EB9-99DC-BCA1189AB989}" srcOrd="0" destOrd="0" presId="urn:microsoft.com/office/officeart/2005/8/layout/process5"/>
    <dgm:cxn modelId="{1CC35677-4265-44F2-A36F-E914626AF5A1}" srcId="{9626C352-D8F4-44CA-98CC-6532418BF2D4}" destId="{10D09F6C-529E-47A4-8ADD-2D0D36E1871A}" srcOrd="0" destOrd="0" parTransId="{0D967A8E-DA4B-403A-AD97-A384C1567995}" sibTransId="{83F06E8D-454C-44EB-A99E-3684596D64EC}"/>
    <dgm:cxn modelId="{80CA187E-6480-4F57-A045-A5B642F78597}" srcId="{D254BBCD-02D9-43A0-9C50-C784C107BA46}" destId="{690926EB-F48E-40A3-B347-8BE8BD8C7EB4}" srcOrd="0" destOrd="0" parTransId="{81D8939B-D502-4AC8-ACD9-AC1C466799F1}" sibTransId="{87E75BB3-9502-4BB0-901F-259D3D8522A5}"/>
    <dgm:cxn modelId="{36DB3389-8FFE-4378-AEA8-36F2DC17684A}" type="presOf" srcId="{C02974BD-2CCF-4C5C-9372-D5437CBFA503}" destId="{C79615B8-7CBE-4EB9-99DC-BCA1189AB989}" srcOrd="0" destOrd="1" presId="urn:microsoft.com/office/officeart/2005/8/layout/process5"/>
    <dgm:cxn modelId="{D661058A-3ACD-447A-8D7A-E3EAB7B41141}" type="presOf" srcId="{03FF48F5-B38E-4642-B00D-4C8CB10151A1}" destId="{C1CA63A1-3B98-422E-B744-DAA12EF4B10F}" srcOrd="0" destOrd="0" presId="urn:microsoft.com/office/officeart/2005/8/layout/process5"/>
    <dgm:cxn modelId="{EF3DF99A-B5C6-4CCD-9DD4-A5AB600414F8}" srcId="{9A8601B8-AF7E-42F1-9FCB-1EA8497E2CD8}" destId="{DC4A8C6A-7D7A-4743-9145-9F7163E170FD}" srcOrd="5" destOrd="0" parTransId="{F19C992C-7912-488C-91C3-2BD9D95CDD9C}" sibTransId="{445F6A55-4FAF-4CE3-9BE9-A6AD4A288954}"/>
    <dgm:cxn modelId="{9876BEA3-0D92-47B6-AC74-0FE80395F1C9}" type="presOf" srcId="{723B42DA-11FC-4038-9CD2-9A1E7D78DCE9}" destId="{3461BB45-B29E-4BA4-B7C3-471AE47D4563}" srcOrd="0" destOrd="0" presId="urn:microsoft.com/office/officeart/2005/8/layout/process5"/>
    <dgm:cxn modelId="{3E9EAAA6-4508-4095-AA92-D5EBB9C35DAB}" srcId="{DC4A8C6A-7D7A-4743-9145-9F7163E170FD}" destId="{B0C17AC2-AE15-43CD-B8F0-549F6822C0D2}" srcOrd="0" destOrd="0" parTransId="{FC231F3F-023B-4F70-91ED-F5945CD691D1}" sibTransId="{99C250B9-6863-42D8-9886-553118F8CF00}"/>
    <dgm:cxn modelId="{150F1DA8-67B4-4ED8-822C-18E851883739}" srcId="{03FF48F5-B38E-4642-B00D-4C8CB10151A1}" destId="{978B604A-5A1C-4656-BE4D-3B00B83FF266}" srcOrd="0" destOrd="0" parTransId="{BA3916BB-0983-4711-89CE-8FC14A8780D6}" sibTransId="{CB301B4E-AA15-40C0-A1E9-F705A70FA3C4}"/>
    <dgm:cxn modelId="{634924AB-9BB1-46BC-924B-5B0A895B7B1A}" srcId="{E737954D-CE89-4958-9617-69A7E79B08C5}" destId="{CE67FADA-390A-4576-A84D-B89279487903}" srcOrd="0" destOrd="0" parTransId="{D7B8D76C-6D91-45FE-9AA8-F2606C74CC31}" sibTransId="{3346D801-9604-4972-85EF-2678571FD521}"/>
    <dgm:cxn modelId="{EB795BAB-83E8-4346-B042-6500C4B920A7}" type="presOf" srcId="{DC4A8C6A-7D7A-4743-9145-9F7163E170FD}" destId="{904CF646-6401-4644-8847-66B53A98DD90}" srcOrd="0" destOrd="0" presId="urn:microsoft.com/office/officeart/2005/8/layout/process5"/>
    <dgm:cxn modelId="{E8E7EBB2-E7A6-414D-AD95-6E811EB19D8E}" type="presOf" srcId="{9626C352-D8F4-44CA-98CC-6532418BF2D4}" destId="{A0D0E4ED-E47D-4D11-99F8-A5CD5664A272}" srcOrd="0" destOrd="0" presId="urn:microsoft.com/office/officeart/2005/8/layout/process5"/>
    <dgm:cxn modelId="{06F186B9-E0F2-47AB-9343-2DF255627299}" type="presOf" srcId="{978B604A-5A1C-4656-BE4D-3B00B83FF266}" destId="{C1CA63A1-3B98-422E-B744-DAA12EF4B10F}" srcOrd="0" destOrd="1" presId="urn:microsoft.com/office/officeart/2005/8/layout/process5"/>
    <dgm:cxn modelId="{F4410FC0-FCDE-4195-BAC9-C0DEAD9ED34D}" type="presOf" srcId="{E737954D-CE89-4958-9617-69A7E79B08C5}" destId="{0A2FC727-BAA6-42FD-9718-603EAA78ED89}" srcOrd="0" destOrd="0" presId="urn:microsoft.com/office/officeart/2005/8/layout/process5"/>
    <dgm:cxn modelId="{88725EC8-69B9-45A4-95D6-05D8E609255F}" type="presOf" srcId="{8DC659F5-1CB9-4162-8D7C-35B3390F9A6B}" destId="{29147B1C-F8D9-4BFD-B9E4-D2118FBEBEE7}" srcOrd="0" destOrd="0" presId="urn:microsoft.com/office/officeart/2005/8/layout/process5"/>
    <dgm:cxn modelId="{510D20CA-07BB-46E1-AE7C-D3A2628861E4}" type="presOf" srcId="{7D428996-F7F0-48DD-A6D3-133B0A076C53}" destId="{8531DD3E-765B-4287-874D-D9B170252E4B}" srcOrd="1" destOrd="0" presId="urn:microsoft.com/office/officeart/2005/8/layout/process5"/>
    <dgm:cxn modelId="{D61A50D6-E380-4476-A0BE-9B686ADEAAA8}" type="presOf" srcId="{9A8601B8-AF7E-42F1-9FCB-1EA8497E2CD8}" destId="{D2720D5F-AD70-4E87-998E-3A9DDEB745B3}" srcOrd="0" destOrd="0" presId="urn:microsoft.com/office/officeart/2005/8/layout/process5"/>
    <dgm:cxn modelId="{D92D37E2-D064-442E-A650-63B4C1E9D2F7}" srcId="{9A8601B8-AF7E-42F1-9FCB-1EA8497E2CD8}" destId="{03FF48F5-B38E-4642-B00D-4C8CB10151A1}" srcOrd="4" destOrd="0" parTransId="{1BA720ED-7D3F-4656-9FE6-F8584D1D997D}" sibTransId="{7C2CFBEF-82E9-44C1-B79E-950B5849ADDA}"/>
    <dgm:cxn modelId="{A9E52AE7-81B9-420A-A60B-8E0226294703}" type="presOf" srcId="{7C2CFBEF-82E9-44C1-B79E-950B5849ADDA}" destId="{5848366C-95EA-487E-866E-4D8C8B51F6DA}" srcOrd="0" destOrd="0" presId="urn:microsoft.com/office/officeart/2005/8/layout/process5"/>
    <dgm:cxn modelId="{477DDBF6-376E-45A0-AC7A-61428096F26C}" type="presOf" srcId="{E01B41D0-224E-4532-8540-3941889BD454}" destId="{C1CA63A1-3B98-422E-B744-DAA12EF4B10F}" srcOrd="0" destOrd="2" presId="urn:microsoft.com/office/officeart/2005/8/layout/process5"/>
    <dgm:cxn modelId="{3AB710FB-02F5-4C15-941C-A71E194619B5}" srcId="{9A8601B8-AF7E-42F1-9FCB-1EA8497E2CD8}" destId="{E737954D-CE89-4958-9617-69A7E79B08C5}" srcOrd="3" destOrd="0" parTransId="{A70E0D86-1643-4393-8470-C0FC33B371CB}" sibTransId="{7D428996-F7F0-48DD-A6D3-133B0A076C53}"/>
    <dgm:cxn modelId="{106D02FE-1E9F-49BD-A02F-4305CFF545F1}" type="presOf" srcId="{690926EB-F48E-40A3-B347-8BE8BD8C7EB4}" destId="{7B648B97-6B3F-47B2-A8A3-ADD2793D9AC4}" srcOrd="0" destOrd="1" presId="urn:microsoft.com/office/officeart/2005/8/layout/process5"/>
    <dgm:cxn modelId="{4C397E88-E651-46C6-B20C-48C093AC0402}" type="presParOf" srcId="{D2720D5F-AD70-4E87-998E-3A9DDEB745B3}" destId="{C79615B8-7CBE-4EB9-99DC-BCA1189AB989}" srcOrd="0" destOrd="0" presId="urn:microsoft.com/office/officeart/2005/8/layout/process5"/>
    <dgm:cxn modelId="{30806332-B8C3-4EDE-96B2-91F1284FC55A}" type="presParOf" srcId="{D2720D5F-AD70-4E87-998E-3A9DDEB745B3}" destId="{3461BB45-B29E-4BA4-B7C3-471AE47D4563}" srcOrd="1" destOrd="0" presId="urn:microsoft.com/office/officeart/2005/8/layout/process5"/>
    <dgm:cxn modelId="{097FA9C7-A56F-40C6-8337-583534C2413A}" type="presParOf" srcId="{3461BB45-B29E-4BA4-B7C3-471AE47D4563}" destId="{A45C920D-455E-4999-BA8C-317633E76BF8}" srcOrd="0" destOrd="0" presId="urn:microsoft.com/office/officeart/2005/8/layout/process5"/>
    <dgm:cxn modelId="{646312EA-8BF9-4D82-81D6-8A3466148DB4}" type="presParOf" srcId="{D2720D5F-AD70-4E87-998E-3A9DDEB745B3}" destId="{A0D0E4ED-E47D-4D11-99F8-A5CD5664A272}" srcOrd="2" destOrd="0" presId="urn:microsoft.com/office/officeart/2005/8/layout/process5"/>
    <dgm:cxn modelId="{53EE33F6-5F06-44FF-B2D4-2FAD2E252114}" type="presParOf" srcId="{D2720D5F-AD70-4E87-998E-3A9DDEB745B3}" destId="{29147B1C-F8D9-4BFD-B9E4-D2118FBEBEE7}" srcOrd="3" destOrd="0" presId="urn:microsoft.com/office/officeart/2005/8/layout/process5"/>
    <dgm:cxn modelId="{F61DDF51-9A77-46CE-A6EC-90E44414C986}" type="presParOf" srcId="{29147B1C-F8D9-4BFD-B9E4-D2118FBEBEE7}" destId="{1B2DADC0-347B-4E95-BD82-AC20EF9F94BB}" srcOrd="0" destOrd="0" presId="urn:microsoft.com/office/officeart/2005/8/layout/process5"/>
    <dgm:cxn modelId="{3CF631A8-F4E0-47DD-8967-620F8FDEFD1D}" type="presParOf" srcId="{D2720D5F-AD70-4E87-998E-3A9DDEB745B3}" destId="{7B648B97-6B3F-47B2-A8A3-ADD2793D9AC4}" srcOrd="4" destOrd="0" presId="urn:microsoft.com/office/officeart/2005/8/layout/process5"/>
    <dgm:cxn modelId="{0367300F-6E08-4E77-AC83-312B5A75724C}" type="presParOf" srcId="{D2720D5F-AD70-4E87-998E-3A9DDEB745B3}" destId="{3A051D1B-D61F-48D5-B126-C8C137D14C88}" srcOrd="5" destOrd="0" presId="urn:microsoft.com/office/officeart/2005/8/layout/process5"/>
    <dgm:cxn modelId="{191F72BF-5761-4257-86F8-C50A87369D51}" type="presParOf" srcId="{3A051D1B-D61F-48D5-B126-C8C137D14C88}" destId="{E79BA236-FAC2-409F-A61A-F0DF2A40098D}" srcOrd="0" destOrd="0" presId="urn:microsoft.com/office/officeart/2005/8/layout/process5"/>
    <dgm:cxn modelId="{4BE6F8C0-404C-4D0F-A0D5-E1C8137CBD4B}" type="presParOf" srcId="{D2720D5F-AD70-4E87-998E-3A9DDEB745B3}" destId="{0A2FC727-BAA6-42FD-9718-603EAA78ED89}" srcOrd="6" destOrd="0" presId="urn:microsoft.com/office/officeart/2005/8/layout/process5"/>
    <dgm:cxn modelId="{A496B37F-733D-44EB-86BB-654B558AEE02}" type="presParOf" srcId="{D2720D5F-AD70-4E87-998E-3A9DDEB745B3}" destId="{78844ACF-B7C3-4DF2-A59D-1EF7F78E0EAE}" srcOrd="7" destOrd="0" presId="urn:microsoft.com/office/officeart/2005/8/layout/process5"/>
    <dgm:cxn modelId="{A5110FE8-6CF7-44AE-8086-76DD91B72EC3}" type="presParOf" srcId="{78844ACF-B7C3-4DF2-A59D-1EF7F78E0EAE}" destId="{8531DD3E-765B-4287-874D-D9B170252E4B}" srcOrd="0" destOrd="0" presId="urn:microsoft.com/office/officeart/2005/8/layout/process5"/>
    <dgm:cxn modelId="{897894EF-B35A-4DC7-ABDB-7EEA47FD137D}" type="presParOf" srcId="{D2720D5F-AD70-4E87-998E-3A9DDEB745B3}" destId="{C1CA63A1-3B98-422E-B744-DAA12EF4B10F}" srcOrd="8" destOrd="0" presId="urn:microsoft.com/office/officeart/2005/8/layout/process5"/>
    <dgm:cxn modelId="{9473858B-0EC4-4A81-B9E6-C2DDF4103C36}" type="presParOf" srcId="{D2720D5F-AD70-4E87-998E-3A9DDEB745B3}" destId="{5848366C-95EA-487E-866E-4D8C8B51F6DA}" srcOrd="9" destOrd="0" presId="urn:microsoft.com/office/officeart/2005/8/layout/process5"/>
    <dgm:cxn modelId="{8D1420C0-84F6-4186-BD6B-FF64B3542A88}" type="presParOf" srcId="{5848366C-95EA-487E-866E-4D8C8B51F6DA}" destId="{7D89ED44-93AF-451B-BD01-B9FCDE0D58EE}" srcOrd="0" destOrd="0" presId="urn:microsoft.com/office/officeart/2005/8/layout/process5"/>
    <dgm:cxn modelId="{B0E95A10-469B-404B-85F5-BFF946761AF4}" type="presParOf" srcId="{D2720D5F-AD70-4E87-998E-3A9DDEB745B3}" destId="{904CF646-6401-4644-8847-66B53A98DD90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C26D527-B827-441D-AFA9-74B9249037F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3412EB2-A1A1-4DF8-B000-2E9887B0C27D}">
      <dgm:prSet/>
      <dgm:spPr/>
      <dgm:t>
        <a:bodyPr/>
        <a:lstStyle/>
        <a:p>
          <a:r>
            <a:rPr lang="en-US" b="1"/>
            <a:t>What is IMAP4:</a:t>
          </a:r>
          <a:endParaRPr lang="en-IN"/>
        </a:p>
      </dgm:t>
    </dgm:pt>
    <dgm:pt modelId="{BD446C41-7401-449A-ABD0-6499CCD14B64}" type="parTrans" cxnId="{93362037-7CE1-43CE-98A7-8B05FD608D5C}">
      <dgm:prSet/>
      <dgm:spPr/>
      <dgm:t>
        <a:bodyPr/>
        <a:lstStyle/>
        <a:p>
          <a:endParaRPr lang="en-IN"/>
        </a:p>
      </dgm:t>
    </dgm:pt>
    <dgm:pt modelId="{83AE3B47-0E29-4602-8D09-5F9FEDE1581F}" type="sibTrans" cxnId="{93362037-7CE1-43CE-98A7-8B05FD608D5C}">
      <dgm:prSet/>
      <dgm:spPr/>
      <dgm:t>
        <a:bodyPr/>
        <a:lstStyle/>
        <a:p>
          <a:endParaRPr lang="en-IN"/>
        </a:p>
      </dgm:t>
    </dgm:pt>
    <dgm:pt modelId="{3F6E8BB4-A1B2-47CF-BB9A-22D361749F14}">
      <dgm:prSet/>
      <dgm:spPr/>
      <dgm:t>
        <a:bodyPr/>
        <a:lstStyle/>
        <a:p>
          <a:r>
            <a:rPr lang="en-US" dirty="0"/>
            <a:t>A powerful and feature-rich mail access protocol.(it uses 143 port or 993 port)</a:t>
          </a:r>
          <a:endParaRPr lang="en-IN" dirty="0"/>
        </a:p>
      </dgm:t>
    </dgm:pt>
    <dgm:pt modelId="{161F23EC-6DDF-4B1C-B9D0-DED1976026FA}" type="parTrans" cxnId="{86C4FBA4-10A6-46EF-B84C-85C11A4158EE}">
      <dgm:prSet/>
      <dgm:spPr/>
      <dgm:t>
        <a:bodyPr/>
        <a:lstStyle/>
        <a:p>
          <a:endParaRPr lang="en-IN"/>
        </a:p>
      </dgm:t>
    </dgm:pt>
    <dgm:pt modelId="{3C06F9C3-B85F-40A3-8128-2ED775FA8EB3}" type="sibTrans" cxnId="{86C4FBA4-10A6-46EF-B84C-85C11A4158EE}">
      <dgm:prSet/>
      <dgm:spPr/>
      <dgm:t>
        <a:bodyPr/>
        <a:lstStyle/>
        <a:p>
          <a:endParaRPr lang="en-IN"/>
        </a:p>
      </dgm:t>
    </dgm:pt>
    <dgm:pt modelId="{F219A836-604C-4774-8E09-DF6C87C0738D}">
      <dgm:prSet/>
      <dgm:spPr/>
      <dgm:t>
        <a:bodyPr/>
        <a:lstStyle/>
        <a:p>
          <a:r>
            <a:rPr lang="en-US" dirty="0"/>
            <a:t>Allows users to manage and organize emails </a:t>
          </a:r>
          <a:r>
            <a:rPr lang="en-US" b="1" dirty="0"/>
            <a:t>directly on the mail server</a:t>
          </a:r>
          <a:r>
            <a:rPr lang="en-US" dirty="0"/>
            <a:t>.</a:t>
          </a:r>
          <a:endParaRPr lang="en-IN" dirty="0"/>
        </a:p>
      </dgm:t>
    </dgm:pt>
    <dgm:pt modelId="{B33CC22A-1896-42CF-B17C-7F8AFA55DB33}" type="parTrans" cxnId="{8F28D1E8-1534-46E1-A93A-17FD605B2DB3}">
      <dgm:prSet/>
      <dgm:spPr/>
      <dgm:t>
        <a:bodyPr/>
        <a:lstStyle/>
        <a:p>
          <a:endParaRPr lang="en-IN"/>
        </a:p>
      </dgm:t>
    </dgm:pt>
    <dgm:pt modelId="{4FC4FB83-65AB-4BDE-BE3F-34EE90B3FA13}" type="sibTrans" cxnId="{8F28D1E8-1534-46E1-A93A-17FD605B2DB3}">
      <dgm:prSet/>
      <dgm:spPr/>
      <dgm:t>
        <a:bodyPr/>
        <a:lstStyle/>
        <a:p>
          <a:endParaRPr lang="en-IN"/>
        </a:p>
      </dgm:t>
    </dgm:pt>
    <dgm:pt modelId="{5918DDE7-E55A-4199-A8D3-6EC02009F137}">
      <dgm:prSet/>
      <dgm:spPr/>
      <dgm:t>
        <a:bodyPr/>
        <a:lstStyle/>
        <a:p>
          <a:r>
            <a:rPr lang="en-US" b="1"/>
            <a:t>Key Features:</a:t>
          </a:r>
          <a:endParaRPr lang="en-IN"/>
        </a:p>
      </dgm:t>
    </dgm:pt>
    <dgm:pt modelId="{94C71F92-3138-4A53-BD57-DCD6D32FB911}" type="parTrans" cxnId="{FF03252E-847F-49D3-9175-DB3C2DF27466}">
      <dgm:prSet/>
      <dgm:spPr/>
      <dgm:t>
        <a:bodyPr/>
        <a:lstStyle/>
        <a:p>
          <a:endParaRPr lang="en-IN"/>
        </a:p>
      </dgm:t>
    </dgm:pt>
    <dgm:pt modelId="{2F349F56-CEE1-41C9-9F5B-5310010378F1}" type="sibTrans" cxnId="{FF03252E-847F-49D3-9175-DB3C2DF27466}">
      <dgm:prSet/>
      <dgm:spPr/>
      <dgm:t>
        <a:bodyPr/>
        <a:lstStyle/>
        <a:p>
          <a:endParaRPr lang="en-IN"/>
        </a:p>
      </dgm:t>
    </dgm:pt>
    <dgm:pt modelId="{1BD80B90-456D-45BE-A8C0-72D5B592E0BE}">
      <dgm:prSet/>
      <dgm:spPr/>
      <dgm:t>
        <a:bodyPr/>
        <a:lstStyle/>
        <a:p>
          <a:r>
            <a:rPr lang="en-US" b="1"/>
            <a:t>View headers</a:t>
          </a:r>
          <a:r>
            <a:rPr lang="en-US"/>
            <a:t> before downloading messages.</a:t>
          </a:r>
          <a:endParaRPr lang="en-IN"/>
        </a:p>
      </dgm:t>
    </dgm:pt>
    <dgm:pt modelId="{DFA32DE2-2C93-4634-AF9F-DF2577A160B2}" type="parTrans" cxnId="{53700497-A83A-41F8-8398-06A183D098A8}">
      <dgm:prSet/>
      <dgm:spPr/>
      <dgm:t>
        <a:bodyPr/>
        <a:lstStyle/>
        <a:p>
          <a:endParaRPr lang="en-IN"/>
        </a:p>
      </dgm:t>
    </dgm:pt>
    <dgm:pt modelId="{C4A88BD6-35D8-4FC0-AECD-832B18C2A6A4}" type="sibTrans" cxnId="{53700497-A83A-41F8-8398-06A183D098A8}">
      <dgm:prSet/>
      <dgm:spPr/>
      <dgm:t>
        <a:bodyPr/>
        <a:lstStyle/>
        <a:p>
          <a:endParaRPr lang="en-IN"/>
        </a:p>
      </dgm:t>
    </dgm:pt>
    <dgm:pt modelId="{137BE0FB-89B8-42E0-B71D-6CF0DDC019F8}">
      <dgm:prSet/>
      <dgm:spPr/>
      <dgm:t>
        <a:bodyPr/>
        <a:lstStyle/>
        <a:p>
          <a:r>
            <a:rPr lang="en-US" b="1"/>
            <a:t>Search emails</a:t>
          </a:r>
          <a:r>
            <a:rPr lang="en-US"/>
            <a:t> on the server for specific words/phrases before downloading.</a:t>
          </a:r>
          <a:endParaRPr lang="en-IN"/>
        </a:p>
      </dgm:t>
    </dgm:pt>
    <dgm:pt modelId="{92983BC8-6644-43BB-807A-881CA7BB4B0F}" type="parTrans" cxnId="{BDA5DCBD-2B50-4229-AC41-B2F30D0B817D}">
      <dgm:prSet/>
      <dgm:spPr/>
      <dgm:t>
        <a:bodyPr/>
        <a:lstStyle/>
        <a:p>
          <a:endParaRPr lang="en-IN"/>
        </a:p>
      </dgm:t>
    </dgm:pt>
    <dgm:pt modelId="{76ADA9D6-C896-43F8-BDB4-DAEC59CD1F47}" type="sibTrans" cxnId="{BDA5DCBD-2B50-4229-AC41-B2F30D0B817D}">
      <dgm:prSet/>
      <dgm:spPr/>
      <dgm:t>
        <a:bodyPr/>
        <a:lstStyle/>
        <a:p>
          <a:endParaRPr lang="en-IN"/>
        </a:p>
      </dgm:t>
    </dgm:pt>
    <dgm:pt modelId="{B9CF3C65-B832-4DE8-924F-4BAC3ABE232A}">
      <dgm:prSet/>
      <dgm:spPr/>
      <dgm:t>
        <a:bodyPr/>
        <a:lstStyle/>
        <a:p>
          <a:r>
            <a:rPr lang="en-US" b="1"/>
            <a:t>Partial download</a:t>
          </a:r>
          <a:r>
            <a:rPr lang="en-US"/>
            <a:t> of emails (helpful for large attachments or slow internet).</a:t>
          </a:r>
          <a:endParaRPr lang="en-IN"/>
        </a:p>
      </dgm:t>
    </dgm:pt>
    <dgm:pt modelId="{8CE576C7-71F5-4608-A783-B0E800E1A3E8}" type="parTrans" cxnId="{E343349B-8626-40EB-9ACE-F948CEB88678}">
      <dgm:prSet/>
      <dgm:spPr/>
      <dgm:t>
        <a:bodyPr/>
        <a:lstStyle/>
        <a:p>
          <a:endParaRPr lang="en-IN"/>
        </a:p>
      </dgm:t>
    </dgm:pt>
    <dgm:pt modelId="{E7E1574D-864D-4AFB-A39B-9D15C477E169}" type="sibTrans" cxnId="{E343349B-8626-40EB-9ACE-F948CEB88678}">
      <dgm:prSet/>
      <dgm:spPr/>
      <dgm:t>
        <a:bodyPr/>
        <a:lstStyle/>
        <a:p>
          <a:endParaRPr lang="en-IN"/>
        </a:p>
      </dgm:t>
    </dgm:pt>
    <dgm:pt modelId="{D877D481-86F2-4D63-AB87-51FE90BC751F}">
      <dgm:prSet/>
      <dgm:spPr/>
      <dgm:t>
        <a:bodyPr/>
        <a:lstStyle/>
        <a:p>
          <a:r>
            <a:rPr lang="en-US"/>
            <a:t>Create, delete, rename </a:t>
          </a:r>
          <a:r>
            <a:rPr lang="en-US" b="1"/>
            <a:t>mailboxes/folders</a:t>
          </a:r>
          <a:r>
            <a:rPr lang="en-US"/>
            <a:t> on the server.</a:t>
          </a:r>
          <a:endParaRPr lang="en-IN"/>
        </a:p>
      </dgm:t>
    </dgm:pt>
    <dgm:pt modelId="{424E4884-1C89-4996-BA81-78E11768AED3}" type="parTrans" cxnId="{C0FEBCB1-1F54-4284-95C5-232FAE956272}">
      <dgm:prSet/>
      <dgm:spPr/>
      <dgm:t>
        <a:bodyPr/>
        <a:lstStyle/>
        <a:p>
          <a:endParaRPr lang="en-IN"/>
        </a:p>
      </dgm:t>
    </dgm:pt>
    <dgm:pt modelId="{FA469376-E534-4D36-8C9A-CF73A1FB9265}" type="sibTrans" cxnId="{C0FEBCB1-1F54-4284-95C5-232FAE956272}">
      <dgm:prSet/>
      <dgm:spPr/>
      <dgm:t>
        <a:bodyPr/>
        <a:lstStyle/>
        <a:p>
          <a:endParaRPr lang="en-IN"/>
        </a:p>
      </dgm:t>
    </dgm:pt>
    <dgm:pt modelId="{CCF32E97-2239-41E9-9273-9D54069BEDE0}">
      <dgm:prSet/>
      <dgm:spPr/>
      <dgm:t>
        <a:bodyPr/>
        <a:lstStyle/>
        <a:p>
          <a:r>
            <a:rPr lang="en-US"/>
            <a:t>Organize mail in a </a:t>
          </a:r>
          <a:r>
            <a:rPr lang="en-US" b="1"/>
            <a:t>hierarchy of folders</a:t>
          </a:r>
          <a:r>
            <a:rPr lang="en-US"/>
            <a:t> for better management.</a:t>
          </a:r>
          <a:endParaRPr lang="en-IN"/>
        </a:p>
      </dgm:t>
    </dgm:pt>
    <dgm:pt modelId="{33DC3D0A-6AB2-41AC-B4A7-3F618C6B2665}" type="parTrans" cxnId="{A628F47E-9A32-4B13-B741-3F33933EA564}">
      <dgm:prSet/>
      <dgm:spPr/>
      <dgm:t>
        <a:bodyPr/>
        <a:lstStyle/>
        <a:p>
          <a:endParaRPr lang="en-IN"/>
        </a:p>
      </dgm:t>
    </dgm:pt>
    <dgm:pt modelId="{8C638C6B-5985-46A9-B318-817B07220596}" type="sibTrans" cxnId="{A628F47E-9A32-4B13-B741-3F33933EA564}">
      <dgm:prSet/>
      <dgm:spPr/>
      <dgm:t>
        <a:bodyPr/>
        <a:lstStyle/>
        <a:p>
          <a:endParaRPr lang="en-IN"/>
        </a:p>
      </dgm:t>
    </dgm:pt>
    <dgm:pt modelId="{73E5499B-E85C-4BC5-B905-767BC39711ED}">
      <dgm:prSet/>
      <dgm:spPr/>
      <dgm:t>
        <a:bodyPr/>
        <a:lstStyle/>
        <a:p>
          <a:r>
            <a:rPr lang="en-US"/>
            <a:t>Synchronizes across multiple devices (email stays on the server).</a:t>
          </a:r>
          <a:endParaRPr lang="en-IN"/>
        </a:p>
      </dgm:t>
    </dgm:pt>
    <dgm:pt modelId="{C6415BBC-855F-490A-A7DE-85B4A5AE100C}" type="parTrans" cxnId="{498622FA-052D-4347-A7D8-F3A6149CD83D}">
      <dgm:prSet/>
      <dgm:spPr/>
      <dgm:t>
        <a:bodyPr/>
        <a:lstStyle/>
        <a:p>
          <a:endParaRPr lang="en-IN"/>
        </a:p>
      </dgm:t>
    </dgm:pt>
    <dgm:pt modelId="{447F755B-9094-4874-B0C4-E601D0487072}" type="sibTrans" cxnId="{498622FA-052D-4347-A7D8-F3A6149CD83D}">
      <dgm:prSet/>
      <dgm:spPr/>
      <dgm:t>
        <a:bodyPr/>
        <a:lstStyle/>
        <a:p>
          <a:endParaRPr lang="en-IN"/>
        </a:p>
      </dgm:t>
    </dgm:pt>
    <dgm:pt modelId="{E7F08C36-9BE1-417E-95BD-5360D325FAD3}">
      <dgm:prSet/>
      <dgm:spPr/>
      <dgm:t>
        <a:bodyPr/>
        <a:lstStyle/>
        <a:p>
          <a:r>
            <a:rPr lang="en-US" b="1"/>
            <a:t>Why Use IMAP4:</a:t>
          </a:r>
          <a:endParaRPr lang="en-IN"/>
        </a:p>
      </dgm:t>
    </dgm:pt>
    <dgm:pt modelId="{36DADF72-F6C7-4EC9-9D69-27FF3A073CB9}" type="parTrans" cxnId="{DBF2B8BC-D7EA-4104-BAB9-E3D01D6DD56C}">
      <dgm:prSet/>
      <dgm:spPr/>
      <dgm:t>
        <a:bodyPr/>
        <a:lstStyle/>
        <a:p>
          <a:endParaRPr lang="en-IN"/>
        </a:p>
      </dgm:t>
    </dgm:pt>
    <dgm:pt modelId="{E2AD5DBE-08C0-42A1-8D64-8555FC7DB3F6}" type="sibTrans" cxnId="{DBF2B8BC-D7EA-4104-BAB9-E3D01D6DD56C}">
      <dgm:prSet/>
      <dgm:spPr/>
      <dgm:t>
        <a:bodyPr/>
        <a:lstStyle/>
        <a:p>
          <a:endParaRPr lang="en-IN"/>
        </a:p>
      </dgm:t>
    </dgm:pt>
    <dgm:pt modelId="{B5ADF7B4-8B65-4ED9-94B4-49C519A80990}">
      <dgm:prSet/>
      <dgm:spPr/>
      <dgm:t>
        <a:bodyPr/>
        <a:lstStyle/>
        <a:p>
          <a:r>
            <a:rPr lang="en-US"/>
            <a:t>Ideal for users accessing email from </a:t>
          </a:r>
          <a:r>
            <a:rPr lang="en-US" b="1"/>
            <a:t>multiple devices</a:t>
          </a:r>
          <a:r>
            <a:rPr lang="en-US"/>
            <a:t> (phone, laptop, PC).</a:t>
          </a:r>
          <a:endParaRPr lang="en-IN"/>
        </a:p>
      </dgm:t>
    </dgm:pt>
    <dgm:pt modelId="{02663E80-C958-4FE8-BAED-1DCF92262F97}" type="parTrans" cxnId="{75F91BDC-F688-4504-AF46-4E604A89FEF0}">
      <dgm:prSet/>
      <dgm:spPr/>
      <dgm:t>
        <a:bodyPr/>
        <a:lstStyle/>
        <a:p>
          <a:endParaRPr lang="en-IN"/>
        </a:p>
      </dgm:t>
    </dgm:pt>
    <dgm:pt modelId="{A66B0270-A61A-4354-8107-5075079B045C}" type="sibTrans" cxnId="{75F91BDC-F688-4504-AF46-4E604A89FEF0}">
      <dgm:prSet/>
      <dgm:spPr/>
      <dgm:t>
        <a:bodyPr/>
        <a:lstStyle/>
        <a:p>
          <a:endParaRPr lang="en-IN"/>
        </a:p>
      </dgm:t>
    </dgm:pt>
    <dgm:pt modelId="{8D8BBF00-2AA8-4A2D-88DE-B31601425825}">
      <dgm:prSet/>
      <dgm:spPr/>
      <dgm:t>
        <a:bodyPr/>
        <a:lstStyle/>
        <a:p>
          <a:r>
            <a:rPr lang="en-US"/>
            <a:t>Saves bandwidth and storage since emails stay on the server until needed.</a:t>
          </a:r>
          <a:endParaRPr lang="en-IN"/>
        </a:p>
      </dgm:t>
    </dgm:pt>
    <dgm:pt modelId="{AA7CDDA9-076F-4631-8082-B46F2CBE94E7}" type="parTrans" cxnId="{F5B0F7D5-78F9-4754-B3E2-B972DD16127F}">
      <dgm:prSet/>
      <dgm:spPr/>
      <dgm:t>
        <a:bodyPr/>
        <a:lstStyle/>
        <a:p>
          <a:endParaRPr lang="en-IN"/>
        </a:p>
      </dgm:t>
    </dgm:pt>
    <dgm:pt modelId="{BFA77AF4-391B-48A1-A758-F4BEEBEC2B69}" type="sibTrans" cxnId="{F5B0F7D5-78F9-4754-B3E2-B972DD16127F}">
      <dgm:prSet/>
      <dgm:spPr/>
      <dgm:t>
        <a:bodyPr/>
        <a:lstStyle/>
        <a:p>
          <a:endParaRPr lang="en-IN"/>
        </a:p>
      </dgm:t>
    </dgm:pt>
    <dgm:pt modelId="{E0CCA391-5775-4E28-8193-7A7D318246EA}">
      <dgm:prSet/>
      <dgm:spPr/>
      <dgm:t>
        <a:bodyPr/>
        <a:lstStyle/>
        <a:p>
          <a:r>
            <a:rPr lang="en-US"/>
            <a:t>Great for users who want to manage and organize mail without downloading everything.</a:t>
          </a:r>
          <a:endParaRPr lang="en-IN"/>
        </a:p>
      </dgm:t>
    </dgm:pt>
    <dgm:pt modelId="{300CF5EF-1C4E-4BE9-993C-4386867205FA}" type="parTrans" cxnId="{62C5CEDC-F703-42D4-B228-FF326948A6EC}">
      <dgm:prSet/>
      <dgm:spPr/>
      <dgm:t>
        <a:bodyPr/>
        <a:lstStyle/>
        <a:p>
          <a:endParaRPr lang="en-IN"/>
        </a:p>
      </dgm:t>
    </dgm:pt>
    <dgm:pt modelId="{BEF8A3E8-B9D6-4960-9A93-DDBF78DE4CC7}" type="sibTrans" cxnId="{62C5CEDC-F703-42D4-B228-FF326948A6EC}">
      <dgm:prSet/>
      <dgm:spPr/>
      <dgm:t>
        <a:bodyPr/>
        <a:lstStyle/>
        <a:p>
          <a:endParaRPr lang="en-IN"/>
        </a:p>
      </dgm:t>
    </dgm:pt>
    <dgm:pt modelId="{25EE1E6F-4813-4AD9-B33A-5421B52FE0F9}" type="pres">
      <dgm:prSet presAssocID="{8C26D527-B827-441D-AFA9-74B9249037F8}" presName="linear" presStyleCnt="0">
        <dgm:presLayoutVars>
          <dgm:animLvl val="lvl"/>
          <dgm:resizeHandles val="exact"/>
        </dgm:presLayoutVars>
      </dgm:prSet>
      <dgm:spPr/>
    </dgm:pt>
    <dgm:pt modelId="{4A0FC7ED-5756-4D02-AB23-5F48687FAFB4}" type="pres">
      <dgm:prSet presAssocID="{F3412EB2-A1A1-4DF8-B000-2E9887B0C27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13B97A1-3752-4AD4-B019-9BABD3AF8886}" type="pres">
      <dgm:prSet presAssocID="{F3412EB2-A1A1-4DF8-B000-2E9887B0C27D}" presName="childText" presStyleLbl="revTx" presStyleIdx="0" presStyleCnt="3">
        <dgm:presLayoutVars>
          <dgm:bulletEnabled val="1"/>
        </dgm:presLayoutVars>
      </dgm:prSet>
      <dgm:spPr/>
    </dgm:pt>
    <dgm:pt modelId="{2C1D5732-E14A-4E4F-84AA-2A7EAC7C55BD}" type="pres">
      <dgm:prSet presAssocID="{5918DDE7-E55A-4199-A8D3-6EC02009F13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23AAEEE-88CE-4CE8-8934-CE476279C4AD}" type="pres">
      <dgm:prSet presAssocID="{5918DDE7-E55A-4199-A8D3-6EC02009F137}" presName="childText" presStyleLbl="revTx" presStyleIdx="1" presStyleCnt="3">
        <dgm:presLayoutVars>
          <dgm:bulletEnabled val="1"/>
        </dgm:presLayoutVars>
      </dgm:prSet>
      <dgm:spPr/>
    </dgm:pt>
    <dgm:pt modelId="{1D289EE1-8C5E-4DB1-BD29-ACCB7148512F}" type="pres">
      <dgm:prSet presAssocID="{E7F08C36-9BE1-417E-95BD-5360D325FAD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EFCBA4E-25CD-4089-B1F5-265E16326830}" type="pres">
      <dgm:prSet presAssocID="{E7F08C36-9BE1-417E-95BD-5360D325FAD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0E494E08-3A89-499C-A84F-7B0D7B528CF2}" type="presOf" srcId="{8C26D527-B827-441D-AFA9-74B9249037F8}" destId="{25EE1E6F-4813-4AD9-B33A-5421B52FE0F9}" srcOrd="0" destOrd="0" presId="urn:microsoft.com/office/officeart/2005/8/layout/vList2"/>
    <dgm:cxn modelId="{BCE56009-DCB0-41D3-A7D3-89549EFA0853}" type="presOf" srcId="{B5ADF7B4-8B65-4ED9-94B4-49C519A80990}" destId="{5EFCBA4E-25CD-4089-B1F5-265E16326830}" srcOrd="0" destOrd="0" presId="urn:microsoft.com/office/officeart/2005/8/layout/vList2"/>
    <dgm:cxn modelId="{CA152110-A5E0-4515-9444-1882630C844A}" type="presOf" srcId="{3F6E8BB4-A1B2-47CF-BB9A-22D361749F14}" destId="{C13B97A1-3752-4AD4-B019-9BABD3AF8886}" srcOrd="0" destOrd="0" presId="urn:microsoft.com/office/officeart/2005/8/layout/vList2"/>
    <dgm:cxn modelId="{8DC14421-7BDE-45D6-9E06-FF6CD9429B55}" type="presOf" srcId="{8D8BBF00-2AA8-4A2D-88DE-B31601425825}" destId="{5EFCBA4E-25CD-4089-B1F5-265E16326830}" srcOrd="0" destOrd="1" presId="urn:microsoft.com/office/officeart/2005/8/layout/vList2"/>
    <dgm:cxn modelId="{FF03252E-847F-49D3-9175-DB3C2DF27466}" srcId="{8C26D527-B827-441D-AFA9-74B9249037F8}" destId="{5918DDE7-E55A-4199-A8D3-6EC02009F137}" srcOrd="1" destOrd="0" parTransId="{94C71F92-3138-4A53-BD57-DCD6D32FB911}" sibTransId="{2F349F56-CEE1-41C9-9F5B-5310010378F1}"/>
    <dgm:cxn modelId="{93362037-7CE1-43CE-98A7-8B05FD608D5C}" srcId="{8C26D527-B827-441D-AFA9-74B9249037F8}" destId="{F3412EB2-A1A1-4DF8-B000-2E9887B0C27D}" srcOrd="0" destOrd="0" parTransId="{BD446C41-7401-449A-ABD0-6499CCD14B64}" sibTransId="{83AE3B47-0E29-4602-8D09-5F9FEDE1581F}"/>
    <dgm:cxn modelId="{02479445-B6C0-4F73-A511-B581C8427EB1}" type="presOf" srcId="{D877D481-86F2-4D63-AB87-51FE90BC751F}" destId="{123AAEEE-88CE-4CE8-8934-CE476279C4AD}" srcOrd="0" destOrd="3" presId="urn:microsoft.com/office/officeart/2005/8/layout/vList2"/>
    <dgm:cxn modelId="{83813E6E-EDC7-4A01-8328-6DF47ABB3698}" type="presOf" srcId="{CCF32E97-2239-41E9-9273-9D54069BEDE0}" destId="{123AAEEE-88CE-4CE8-8934-CE476279C4AD}" srcOrd="0" destOrd="4" presId="urn:microsoft.com/office/officeart/2005/8/layout/vList2"/>
    <dgm:cxn modelId="{B86DB651-95D5-4196-BB98-907836BD282F}" type="presOf" srcId="{1BD80B90-456D-45BE-A8C0-72D5B592E0BE}" destId="{123AAEEE-88CE-4CE8-8934-CE476279C4AD}" srcOrd="0" destOrd="0" presId="urn:microsoft.com/office/officeart/2005/8/layout/vList2"/>
    <dgm:cxn modelId="{54467E55-88B2-4333-8D07-C3974536EDD6}" type="presOf" srcId="{137BE0FB-89B8-42E0-B71D-6CF0DDC019F8}" destId="{123AAEEE-88CE-4CE8-8934-CE476279C4AD}" srcOrd="0" destOrd="1" presId="urn:microsoft.com/office/officeart/2005/8/layout/vList2"/>
    <dgm:cxn modelId="{20C6ED56-AF2A-4A19-B6F6-145377C89408}" type="presOf" srcId="{F219A836-604C-4774-8E09-DF6C87C0738D}" destId="{C13B97A1-3752-4AD4-B019-9BABD3AF8886}" srcOrd="0" destOrd="1" presId="urn:microsoft.com/office/officeart/2005/8/layout/vList2"/>
    <dgm:cxn modelId="{A628F47E-9A32-4B13-B741-3F33933EA564}" srcId="{5918DDE7-E55A-4199-A8D3-6EC02009F137}" destId="{CCF32E97-2239-41E9-9273-9D54069BEDE0}" srcOrd="4" destOrd="0" parTransId="{33DC3D0A-6AB2-41AC-B4A7-3F618C6B2665}" sibTransId="{8C638C6B-5985-46A9-B318-817B07220596}"/>
    <dgm:cxn modelId="{53700497-A83A-41F8-8398-06A183D098A8}" srcId="{5918DDE7-E55A-4199-A8D3-6EC02009F137}" destId="{1BD80B90-456D-45BE-A8C0-72D5B592E0BE}" srcOrd="0" destOrd="0" parTransId="{DFA32DE2-2C93-4634-AF9F-DF2577A160B2}" sibTransId="{C4A88BD6-35D8-4FC0-AECD-832B18C2A6A4}"/>
    <dgm:cxn modelId="{E343349B-8626-40EB-9ACE-F948CEB88678}" srcId="{5918DDE7-E55A-4199-A8D3-6EC02009F137}" destId="{B9CF3C65-B832-4DE8-924F-4BAC3ABE232A}" srcOrd="2" destOrd="0" parTransId="{8CE576C7-71F5-4608-A783-B0E800E1A3E8}" sibTransId="{E7E1574D-864D-4AFB-A39B-9D15C477E169}"/>
    <dgm:cxn modelId="{86C4FBA4-10A6-46EF-B84C-85C11A4158EE}" srcId="{F3412EB2-A1A1-4DF8-B000-2E9887B0C27D}" destId="{3F6E8BB4-A1B2-47CF-BB9A-22D361749F14}" srcOrd="0" destOrd="0" parTransId="{161F23EC-6DDF-4B1C-B9D0-DED1976026FA}" sibTransId="{3C06F9C3-B85F-40A3-8128-2ED775FA8EB3}"/>
    <dgm:cxn modelId="{C0FEBCB1-1F54-4284-95C5-232FAE956272}" srcId="{5918DDE7-E55A-4199-A8D3-6EC02009F137}" destId="{D877D481-86F2-4D63-AB87-51FE90BC751F}" srcOrd="3" destOrd="0" parTransId="{424E4884-1C89-4996-BA81-78E11768AED3}" sibTransId="{FA469376-E534-4D36-8C9A-CF73A1FB9265}"/>
    <dgm:cxn modelId="{DBF2B8BC-D7EA-4104-BAB9-E3D01D6DD56C}" srcId="{8C26D527-B827-441D-AFA9-74B9249037F8}" destId="{E7F08C36-9BE1-417E-95BD-5360D325FAD3}" srcOrd="2" destOrd="0" parTransId="{36DADF72-F6C7-4EC9-9D69-27FF3A073CB9}" sibTransId="{E2AD5DBE-08C0-42A1-8D64-8555FC7DB3F6}"/>
    <dgm:cxn modelId="{BDA5DCBD-2B50-4229-AC41-B2F30D0B817D}" srcId="{5918DDE7-E55A-4199-A8D3-6EC02009F137}" destId="{137BE0FB-89B8-42E0-B71D-6CF0DDC019F8}" srcOrd="1" destOrd="0" parTransId="{92983BC8-6644-43BB-807A-881CA7BB4B0F}" sibTransId="{76ADA9D6-C896-43F8-BDB4-DAEC59CD1F47}"/>
    <dgm:cxn modelId="{623A4ACC-1805-47AB-8FA7-1A324BBE32C3}" type="presOf" srcId="{B9CF3C65-B832-4DE8-924F-4BAC3ABE232A}" destId="{123AAEEE-88CE-4CE8-8934-CE476279C4AD}" srcOrd="0" destOrd="2" presId="urn:microsoft.com/office/officeart/2005/8/layout/vList2"/>
    <dgm:cxn modelId="{F0E526CD-5C2D-45A6-B046-2F6D903CDD1F}" type="presOf" srcId="{E7F08C36-9BE1-417E-95BD-5360D325FAD3}" destId="{1D289EE1-8C5E-4DB1-BD29-ACCB7148512F}" srcOrd="0" destOrd="0" presId="urn:microsoft.com/office/officeart/2005/8/layout/vList2"/>
    <dgm:cxn modelId="{F5B0F7D5-78F9-4754-B3E2-B972DD16127F}" srcId="{E7F08C36-9BE1-417E-95BD-5360D325FAD3}" destId="{8D8BBF00-2AA8-4A2D-88DE-B31601425825}" srcOrd="1" destOrd="0" parTransId="{AA7CDDA9-076F-4631-8082-B46F2CBE94E7}" sibTransId="{BFA77AF4-391B-48A1-A758-F4BEEBEC2B69}"/>
    <dgm:cxn modelId="{75F91BDC-F688-4504-AF46-4E604A89FEF0}" srcId="{E7F08C36-9BE1-417E-95BD-5360D325FAD3}" destId="{B5ADF7B4-8B65-4ED9-94B4-49C519A80990}" srcOrd="0" destOrd="0" parTransId="{02663E80-C958-4FE8-BAED-1DCF92262F97}" sibTransId="{A66B0270-A61A-4354-8107-5075079B045C}"/>
    <dgm:cxn modelId="{62C5CEDC-F703-42D4-B228-FF326948A6EC}" srcId="{E7F08C36-9BE1-417E-95BD-5360D325FAD3}" destId="{E0CCA391-5775-4E28-8193-7A7D318246EA}" srcOrd="2" destOrd="0" parTransId="{300CF5EF-1C4E-4BE9-993C-4386867205FA}" sibTransId="{BEF8A3E8-B9D6-4960-9A93-DDBF78DE4CC7}"/>
    <dgm:cxn modelId="{177083DF-340E-4165-9C8A-D63756AEA8AE}" type="presOf" srcId="{E0CCA391-5775-4E28-8193-7A7D318246EA}" destId="{5EFCBA4E-25CD-4089-B1F5-265E16326830}" srcOrd="0" destOrd="2" presId="urn:microsoft.com/office/officeart/2005/8/layout/vList2"/>
    <dgm:cxn modelId="{FEEC17E1-0C4C-454F-B55C-D5984EE8AD16}" type="presOf" srcId="{F3412EB2-A1A1-4DF8-B000-2E9887B0C27D}" destId="{4A0FC7ED-5756-4D02-AB23-5F48687FAFB4}" srcOrd="0" destOrd="0" presId="urn:microsoft.com/office/officeart/2005/8/layout/vList2"/>
    <dgm:cxn modelId="{8F28D1E8-1534-46E1-A93A-17FD605B2DB3}" srcId="{F3412EB2-A1A1-4DF8-B000-2E9887B0C27D}" destId="{F219A836-604C-4774-8E09-DF6C87C0738D}" srcOrd="1" destOrd="0" parTransId="{B33CC22A-1896-42CF-B17C-7F8AFA55DB33}" sibTransId="{4FC4FB83-65AB-4BDE-BE3F-34EE90B3FA13}"/>
    <dgm:cxn modelId="{7B6470EC-6582-4266-BFD2-04A71B165D81}" type="presOf" srcId="{73E5499B-E85C-4BC5-B905-767BC39711ED}" destId="{123AAEEE-88CE-4CE8-8934-CE476279C4AD}" srcOrd="0" destOrd="5" presId="urn:microsoft.com/office/officeart/2005/8/layout/vList2"/>
    <dgm:cxn modelId="{1F1356F0-A87E-492D-A9C9-28D482E2F078}" type="presOf" srcId="{5918DDE7-E55A-4199-A8D3-6EC02009F137}" destId="{2C1D5732-E14A-4E4F-84AA-2A7EAC7C55BD}" srcOrd="0" destOrd="0" presId="urn:microsoft.com/office/officeart/2005/8/layout/vList2"/>
    <dgm:cxn modelId="{498622FA-052D-4347-A7D8-F3A6149CD83D}" srcId="{5918DDE7-E55A-4199-A8D3-6EC02009F137}" destId="{73E5499B-E85C-4BC5-B905-767BC39711ED}" srcOrd="5" destOrd="0" parTransId="{C6415BBC-855F-490A-A7DE-85B4A5AE100C}" sibTransId="{447F755B-9094-4874-B0C4-E601D0487072}"/>
    <dgm:cxn modelId="{1A6C2AA5-F54B-4C2C-9656-BC9D2C189078}" type="presParOf" srcId="{25EE1E6F-4813-4AD9-B33A-5421B52FE0F9}" destId="{4A0FC7ED-5756-4D02-AB23-5F48687FAFB4}" srcOrd="0" destOrd="0" presId="urn:microsoft.com/office/officeart/2005/8/layout/vList2"/>
    <dgm:cxn modelId="{D6843528-ADD8-4FE2-A0BF-B2681F07C005}" type="presParOf" srcId="{25EE1E6F-4813-4AD9-B33A-5421B52FE0F9}" destId="{C13B97A1-3752-4AD4-B019-9BABD3AF8886}" srcOrd="1" destOrd="0" presId="urn:microsoft.com/office/officeart/2005/8/layout/vList2"/>
    <dgm:cxn modelId="{B6B9A0E9-2E95-42BA-9064-4D5A50B5EE7D}" type="presParOf" srcId="{25EE1E6F-4813-4AD9-B33A-5421B52FE0F9}" destId="{2C1D5732-E14A-4E4F-84AA-2A7EAC7C55BD}" srcOrd="2" destOrd="0" presId="urn:microsoft.com/office/officeart/2005/8/layout/vList2"/>
    <dgm:cxn modelId="{07F3E094-C3D1-494C-8047-AE0707205DFB}" type="presParOf" srcId="{25EE1E6F-4813-4AD9-B33A-5421B52FE0F9}" destId="{123AAEEE-88CE-4CE8-8934-CE476279C4AD}" srcOrd="3" destOrd="0" presId="urn:microsoft.com/office/officeart/2005/8/layout/vList2"/>
    <dgm:cxn modelId="{0B937B8D-D2FC-4C0C-935E-D9B3D7F33EA1}" type="presParOf" srcId="{25EE1E6F-4813-4AD9-B33A-5421B52FE0F9}" destId="{1D289EE1-8C5E-4DB1-BD29-ACCB7148512F}" srcOrd="4" destOrd="0" presId="urn:microsoft.com/office/officeart/2005/8/layout/vList2"/>
    <dgm:cxn modelId="{4E097525-9EAB-44CD-9BC3-E589D6A1F065}" type="presParOf" srcId="{25EE1E6F-4813-4AD9-B33A-5421B52FE0F9}" destId="{5EFCBA4E-25CD-4089-B1F5-265E1632683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B463E2E-A41B-4E4D-9E87-A2A56C370C0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C9F5DC3-A5C8-418D-8132-4D8B9A687650}">
      <dgm:prSet/>
      <dgm:spPr/>
      <dgm:t>
        <a:bodyPr/>
        <a:lstStyle/>
        <a:p>
          <a:r>
            <a:rPr lang="en-IN" b="1"/>
            <a:t>Problem with Traditional Email:</a:t>
          </a:r>
          <a:endParaRPr lang="en-IN"/>
        </a:p>
      </dgm:t>
    </dgm:pt>
    <dgm:pt modelId="{9C212D26-6DE7-4398-ADD5-5B0CE435C72E}" type="parTrans" cxnId="{5552D53F-DE4A-409A-84C8-6B3406EAEAB4}">
      <dgm:prSet/>
      <dgm:spPr/>
      <dgm:t>
        <a:bodyPr/>
        <a:lstStyle/>
        <a:p>
          <a:endParaRPr lang="en-IN"/>
        </a:p>
      </dgm:t>
    </dgm:pt>
    <dgm:pt modelId="{5AC88DCD-54C3-4582-BFED-76C1CB6EB3BB}" type="sibTrans" cxnId="{5552D53F-DE4A-409A-84C8-6B3406EAEAB4}">
      <dgm:prSet/>
      <dgm:spPr/>
      <dgm:t>
        <a:bodyPr/>
        <a:lstStyle/>
        <a:p>
          <a:endParaRPr lang="en-IN"/>
        </a:p>
      </dgm:t>
    </dgm:pt>
    <dgm:pt modelId="{BCF86F85-9CBE-49A2-969B-E73816006246}">
      <dgm:prSet/>
      <dgm:spPr/>
      <dgm:t>
        <a:bodyPr/>
        <a:lstStyle/>
        <a:p>
          <a:r>
            <a:rPr lang="en-IN" dirty="0"/>
            <a:t>Can only send messages in </a:t>
          </a:r>
          <a:r>
            <a:rPr lang="en-IN" b="1" dirty="0"/>
            <a:t>7-bit ASCII</a:t>
          </a:r>
          <a:r>
            <a:rPr lang="en-IN" dirty="0"/>
            <a:t>. No support for </a:t>
          </a:r>
          <a:r>
            <a:rPr lang="en-IN" b="1" dirty="0"/>
            <a:t>non-English languages</a:t>
          </a:r>
          <a:r>
            <a:rPr lang="en-IN" dirty="0"/>
            <a:t> (French, Chinese, etc.). Cannot send </a:t>
          </a:r>
          <a:r>
            <a:rPr lang="en-IN" b="1" dirty="0"/>
            <a:t>binary files, audio, video, or images</a:t>
          </a:r>
          <a:r>
            <a:rPr lang="en-IN" dirty="0"/>
            <a:t>.</a:t>
          </a:r>
        </a:p>
      </dgm:t>
    </dgm:pt>
    <dgm:pt modelId="{329512DE-285B-451A-963E-491C0ADD8A5D}" type="parTrans" cxnId="{F4D2E74D-5FEB-49F6-8499-78BE45565316}">
      <dgm:prSet/>
      <dgm:spPr/>
      <dgm:t>
        <a:bodyPr/>
        <a:lstStyle/>
        <a:p>
          <a:endParaRPr lang="en-IN"/>
        </a:p>
      </dgm:t>
    </dgm:pt>
    <dgm:pt modelId="{F13F63FB-5D9C-4F56-B462-7CE2485A7F00}" type="sibTrans" cxnId="{F4D2E74D-5FEB-49F6-8499-78BE45565316}">
      <dgm:prSet/>
      <dgm:spPr/>
      <dgm:t>
        <a:bodyPr/>
        <a:lstStyle/>
        <a:p>
          <a:endParaRPr lang="en-IN"/>
        </a:p>
      </dgm:t>
    </dgm:pt>
    <dgm:pt modelId="{AF192D4E-E2AE-4849-9922-70F0EBD5DA10}">
      <dgm:prSet/>
      <dgm:spPr/>
      <dgm:t>
        <a:bodyPr/>
        <a:lstStyle/>
        <a:p>
          <a:r>
            <a:rPr lang="en-IN" b="1"/>
            <a:t>Solution: MIME</a:t>
          </a:r>
          <a:endParaRPr lang="en-IN"/>
        </a:p>
      </dgm:t>
    </dgm:pt>
    <dgm:pt modelId="{1F617B18-31B7-4665-B8A9-2301DA51AF86}" type="parTrans" cxnId="{71168551-D570-4483-9A26-AB4C00325F6D}">
      <dgm:prSet/>
      <dgm:spPr/>
      <dgm:t>
        <a:bodyPr/>
        <a:lstStyle/>
        <a:p>
          <a:endParaRPr lang="en-IN"/>
        </a:p>
      </dgm:t>
    </dgm:pt>
    <dgm:pt modelId="{4A72D830-16B6-4A65-BE37-0B78AED3E0D3}" type="sibTrans" cxnId="{71168551-D570-4483-9A26-AB4C00325F6D}">
      <dgm:prSet/>
      <dgm:spPr/>
      <dgm:t>
        <a:bodyPr/>
        <a:lstStyle/>
        <a:p>
          <a:endParaRPr lang="en-IN"/>
        </a:p>
      </dgm:t>
    </dgm:pt>
    <dgm:pt modelId="{5EEC660A-7997-4C68-8C61-37855DB80194}">
      <dgm:prSet/>
      <dgm:spPr/>
      <dgm:t>
        <a:bodyPr/>
        <a:lstStyle/>
        <a:p>
          <a:r>
            <a:rPr lang="en-IN"/>
            <a:t>A supplementary protocol for email. Converts </a:t>
          </a:r>
          <a:r>
            <a:rPr lang="en-IN" b="1"/>
            <a:t>non-ASCII data → ASCII</a:t>
          </a:r>
          <a:r>
            <a:rPr lang="en-IN"/>
            <a:t> before sending. Converts back to original data at the receiver side. Enables sending </a:t>
          </a:r>
          <a:r>
            <a:rPr lang="en-IN" b="1"/>
            <a:t>multimedia, documents, images, audio, video</a:t>
          </a:r>
          <a:r>
            <a:rPr lang="en-IN"/>
            <a:t> through email.</a:t>
          </a:r>
        </a:p>
      </dgm:t>
    </dgm:pt>
    <dgm:pt modelId="{9826E818-6AA7-47AE-BD54-E630D76A3EED}" type="parTrans" cxnId="{398594A7-789A-48ED-936C-EFA83CAC0CA6}">
      <dgm:prSet/>
      <dgm:spPr/>
      <dgm:t>
        <a:bodyPr/>
        <a:lstStyle/>
        <a:p>
          <a:endParaRPr lang="en-IN"/>
        </a:p>
      </dgm:t>
    </dgm:pt>
    <dgm:pt modelId="{64D807E8-6A32-4B93-95B1-957FA456B755}" type="sibTrans" cxnId="{398594A7-789A-48ED-936C-EFA83CAC0CA6}">
      <dgm:prSet/>
      <dgm:spPr/>
      <dgm:t>
        <a:bodyPr/>
        <a:lstStyle/>
        <a:p>
          <a:endParaRPr lang="en-IN"/>
        </a:p>
      </dgm:t>
    </dgm:pt>
    <dgm:pt modelId="{E87FCDA2-5482-4B32-9B81-C093B08B48BF}" type="pres">
      <dgm:prSet presAssocID="{FB463E2E-A41B-4E4D-9E87-A2A56C370C0E}" presName="linear" presStyleCnt="0">
        <dgm:presLayoutVars>
          <dgm:animLvl val="lvl"/>
          <dgm:resizeHandles val="exact"/>
        </dgm:presLayoutVars>
      </dgm:prSet>
      <dgm:spPr/>
    </dgm:pt>
    <dgm:pt modelId="{2B1E8A9A-4813-4066-AF9E-2A5302BE8581}" type="pres">
      <dgm:prSet presAssocID="{5C9F5DC3-A5C8-418D-8132-4D8B9A68765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6065E7A-5AAD-4367-BC64-1425A951FFBA}" type="pres">
      <dgm:prSet presAssocID="{5C9F5DC3-A5C8-418D-8132-4D8B9A687650}" presName="childText" presStyleLbl="revTx" presStyleIdx="0" presStyleCnt="2">
        <dgm:presLayoutVars>
          <dgm:bulletEnabled val="1"/>
        </dgm:presLayoutVars>
      </dgm:prSet>
      <dgm:spPr/>
    </dgm:pt>
    <dgm:pt modelId="{D9AD9535-0EF2-41D2-BF13-F107BBEB7982}" type="pres">
      <dgm:prSet presAssocID="{AF192D4E-E2AE-4849-9922-70F0EBD5DA1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F2741CC-53ED-401E-A536-F311210FABF8}" type="pres">
      <dgm:prSet presAssocID="{AF192D4E-E2AE-4849-9922-70F0EBD5DA1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808F106-A0A9-4FEB-9ABA-F234EA257079}" type="presOf" srcId="{5EEC660A-7997-4C68-8C61-37855DB80194}" destId="{2F2741CC-53ED-401E-A536-F311210FABF8}" srcOrd="0" destOrd="0" presId="urn:microsoft.com/office/officeart/2005/8/layout/vList2"/>
    <dgm:cxn modelId="{5552D53F-DE4A-409A-84C8-6B3406EAEAB4}" srcId="{FB463E2E-A41B-4E4D-9E87-A2A56C370C0E}" destId="{5C9F5DC3-A5C8-418D-8132-4D8B9A687650}" srcOrd="0" destOrd="0" parTransId="{9C212D26-6DE7-4398-ADD5-5B0CE435C72E}" sibTransId="{5AC88DCD-54C3-4582-BFED-76C1CB6EB3BB}"/>
    <dgm:cxn modelId="{99D25641-E0AC-45FD-BBAA-9A0932022227}" type="presOf" srcId="{AF192D4E-E2AE-4849-9922-70F0EBD5DA10}" destId="{D9AD9535-0EF2-41D2-BF13-F107BBEB7982}" srcOrd="0" destOrd="0" presId="urn:microsoft.com/office/officeart/2005/8/layout/vList2"/>
    <dgm:cxn modelId="{D09D8F4C-9C56-44F0-BCE6-F7341FA503CB}" type="presOf" srcId="{BCF86F85-9CBE-49A2-969B-E73816006246}" destId="{26065E7A-5AAD-4367-BC64-1425A951FFBA}" srcOrd="0" destOrd="0" presId="urn:microsoft.com/office/officeart/2005/8/layout/vList2"/>
    <dgm:cxn modelId="{F4D2E74D-5FEB-49F6-8499-78BE45565316}" srcId="{5C9F5DC3-A5C8-418D-8132-4D8B9A687650}" destId="{BCF86F85-9CBE-49A2-969B-E73816006246}" srcOrd="0" destOrd="0" parTransId="{329512DE-285B-451A-963E-491C0ADD8A5D}" sibTransId="{F13F63FB-5D9C-4F56-B462-7CE2485A7F00}"/>
    <dgm:cxn modelId="{71168551-D570-4483-9A26-AB4C00325F6D}" srcId="{FB463E2E-A41B-4E4D-9E87-A2A56C370C0E}" destId="{AF192D4E-E2AE-4849-9922-70F0EBD5DA10}" srcOrd="1" destOrd="0" parTransId="{1F617B18-31B7-4665-B8A9-2301DA51AF86}" sibTransId="{4A72D830-16B6-4A65-BE37-0B78AED3E0D3}"/>
    <dgm:cxn modelId="{9F194A77-A5AB-414C-903A-7E471EFFA793}" type="presOf" srcId="{FB463E2E-A41B-4E4D-9E87-A2A56C370C0E}" destId="{E87FCDA2-5482-4B32-9B81-C093B08B48BF}" srcOrd="0" destOrd="0" presId="urn:microsoft.com/office/officeart/2005/8/layout/vList2"/>
    <dgm:cxn modelId="{398594A7-789A-48ED-936C-EFA83CAC0CA6}" srcId="{AF192D4E-E2AE-4849-9922-70F0EBD5DA10}" destId="{5EEC660A-7997-4C68-8C61-37855DB80194}" srcOrd="0" destOrd="0" parTransId="{9826E818-6AA7-47AE-BD54-E630D76A3EED}" sibTransId="{64D807E8-6A32-4B93-95B1-957FA456B755}"/>
    <dgm:cxn modelId="{79BF91E0-83E4-4F17-BD2F-E1D0F8C9D6B9}" type="presOf" srcId="{5C9F5DC3-A5C8-418D-8132-4D8B9A687650}" destId="{2B1E8A9A-4813-4066-AF9E-2A5302BE8581}" srcOrd="0" destOrd="0" presId="urn:microsoft.com/office/officeart/2005/8/layout/vList2"/>
    <dgm:cxn modelId="{08329999-B1A3-4519-A062-A4E665CC8542}" type="presParOf" srcId="{E87FCDA2-5482-4B32-9B81-C093B08B48BF}" destId="{2B1E8A9A-4813-4066-AF9E-2A5302BE8581}" srcOrd="0" destOrd="0" presId="urn:microsoft.com/office/officeart/2005/8/layout/vList2"/>
    <dgm:cxn modelId="{84CC689C-B032-4146-851E-70980D73E71C}" type="presParOf" srcId="{E87FCDA2-5482-4B32-9B81-C093B08B48BF}" destId="{26065E7A-5AAD-4367-BC64-1425A951FFBA}" srcOrd="1" destOrd="0" presId="urn:microsoft.com/office/officeart/2005/8/layout/vList2"/>
    <dgm:cxn modelId="{D8775940-D9FE-4246-B5E2-367636AB6AAB}" type="presParOf" srcId="{E87FCDA2-5482-4B32-9B81-C093B08B48BF}" destId="{D9AD9535-0EF2-41D2-BF13-F107BBEB7982}" srcOrd="2" destOrd="0" presId="urn:microsoft.com/office/officeart/2005/8/layout/vList2"/>
    <dgm:cxn modelId="{32E47F4D-39E0-497B-895A-91342AB996C3}" type="presParOf" srcId="{E87FCDA2-5482-4B32-9B81-C093B08B48BF}" destId="{2F2741CC-53ED-401E-A536-F311210FABF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4A18418-C026-4221-8F72-CEF1C4306E55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A0797E0-9995-48FA-8A6B-B2EED63361DA}">
      <dgm:prSet/>
      <dgm:spPr/>
      <dgm:t>
        <a:bodyPr/>
        <a:lstStyle/>
        <a:p>
          <a:r>
            <a:rPr lang="en-IN" b="1"/>
            <a:t>At Sender Side:</a:t>
          </a:r>
          <a:endParaRPr lang="en-IN"/>
        </a:p>
      </dgm:t>
    </dgm:pt>
    <dgm:pt modelId="{7F8849EF-C10C-49F1-BCBF-8A52C0F80CEB}" type="parTrans" cxnId="{F18F2772-F27F-41B3-A95D-2F1DC3EE708C}">
      <dgm:prSet/>
      <dgm:spPr/>
      <dgm:t>
        <a:bodyPr/>
        <a:lstStyle/>
        <a:p>
          <a:endParaRPr lang="en-IN"/>
        </a:p>
      </dgm:t>
    </dgm:pt>
    <dgm:pt modelId="{3A1FE28B-B6B8-4AAD-B5E4-DDDCDE43824D}" type="sibTrans" cxnId="{F18F2772-F27F-41B3-A95D-2F1DC3EE708C}">
      <dgm:prSet/>
      <dgm:spPr/>
      <dgm:t>
        <a:bodyPr/>
        <a:lstStyle/>
        <a:p>
          <a:endParaRPr lang="en-IN"/>
        </a:p>
      </dgm:t>
    </dgm:pt>
    <dgm:pt modelId="{BF597815-4383-46E3-A10D-449D43627FC2}">
      <dgm:prSet/>
      <dgm:spPr/>
      <dgm:t>
        <a:bodyPr/>
        <a:lstStyle/>
        <a:p>
          <a:r>
            <a:rPr lang="en-IN" dirty="0"/>
            <a:t>Non-ASCII data (image, audio, binary file) → Encoded into ASCII.</a:t>
          </a:r>
        </a:p>
      </dgm:t>
    </dgm:pt>
    <dgm:pt modelId="{18C9E137-EE13-4E9A-900E-C3FF1809AA81}" type="parTrans" cxnId="{D153F1C5-6A01-4BBA-BD7D-E2BBC28CAB77}">
      <dgm:prSet/>
      <dgm:spPr/>
      <dgm:t>
        <a:bodyPr/>
        <a:lstStyle/>
        <a:p>
          <a:endParaRPr lang="en-IN"/>
        </a:p>
      </dgm:t>
    </dgm:pt>
    <dgm:pt modelId="{DA3D13D7-F100-4D0C-AB67-EBC16D4F5542}" type="sibTrans" cxnId="{D153F1C5-6A01-4BBA-BD7D-E2BBC28CAB77}">
      <dgm:prSet/>
      <dgm:spPr/>
      <dgm:t>
        <a:bodyPr/>
        <a:lstStyle/>
        <a:p>
          <a:endParaRPr lang="en-IN"/>
        </a:p>
      </dgm:t>
    </dgm:pt>
    <dgm:pt modelId="{2D7E458B-4028-4681-8FA4-CB0192BD74F0}">
      <dgm:prSet/>
      <dgm:spPr/>
      <dgm:t>
        <a:bodyPr/>
        <a:lstStyle/>
        <a:p>
          <a:r>
            <a:rPr lang="en-IN"/>
            <a:t>Data sent to MTA (Mail Transfer Agent) → Delivered via normal email system.</a:t>
          </a:r>
        </a:p>
      </dgm:t>
    </dgm:pt>
    <dgm:pt modelId="{F10F62B9-275A-4BE5-AE13-94061EF27D88}" type="parTrans" cxnId="{132E9985-E050-4D57-98DE-E2FE9FE675B8}">
      <dgm:prSet/>
      <dgm:spPr/>
      <dgm:t>
        <a:bodyPr/>
        <a:lstStyle/>
        <a:p>
          <a:endParaRPr lang="en-IN"/>
        </a:p>
      </dgm:t>
    </dgm:pt>
    <dgm:pt modelId="{446CDDCA-38C9-4081-8F9C-B1605F528BF9}" type="sibTrans" cxnId="{132E9985-E050-4D57-98DE-E2FE9FE675B8}">
      <dgm:prSet/>
      <dgm:spPr/>
      <dgm:t>
        <a:bodyPr/>
        <a:lstStyle/>
        <a:p>
          <a:endParaRPr lang="en-IN"/>
        </a:p>
      </dgm:t>
    </dgm:pt>
    <dgm:pt modelId="{6096B8EA-6EBE-4FB7-8B9F-F40F2CE93CC1}">
      <dgm:prSet/>
      <dgm:spPr/>
      <dgm:t>
        <a:bodyPr/>
        <a:lstStyle/>
        <a:p>
          <a:r>
            <a:rPr lang="en-IN" b="1"/>
            <a:t>At Receiver Side:</a:t>
          </a:r>
          <a:endParaRPr lang="en-IN"/>
        </a:p>
      </dgm:t>
    </dgm:pt>
    <dgm:pt modelId="{3D60FD45-E885-45D7-A968-92CC97B8F75C}" type="parTrans" cxnId="{0E33C2F1-A0C0-4012-B5CB-622B3640B0F5}">
      <dgm:prSet/>
      <dgm:spPr/>
      <dgm:t>
        <a:bodyPr/>
        <a:lstStyle/>
        <a:p>
          <a:endParaRPr lang="en-IN"/>
        </a:p>
      </dgm:t>
    </dgm:pt>
    <dgm:pt modelId="{77E60078-F4A6-4810-A6A5-8FAC0BC51CC5}" type="sibTrans" cxnId="{0E33C2F1-A0C0-4012-B5CB-622B3640B0F5}">
      <dgm:prSet/>
      <dgm:spPr/>
      <dgm:t>
        <a:bodyPr/>
        <a:lstStyle/>
        <a:p>
          <a:endParaRPr lang="en-IN"/>
        </a:p>
      </dgm:t>
    </dgm:pt>
    <dgm:pt modelId="{810D9E01-E52A-471E-98CD-BC8D076531D4}">
      <dgm:prSet/>
      <dgm:spPr/>
      <dgm:t>
        <a:bodyPr/>
        <a:lstStyle/>
        <a:p>
          <a:r>
            <a:rPr lang="en-IN"/>
            <a:t>ASCII data → Decoded back to original format (image/audio/video).</a:t>
          </a:r>
        </a:p>
      </dgm:t>
    </dgm:pt>
    <dgm:pt modelId="{E764E3B7-0CA0-444B-A9D2-5298E9C5A8E9}" type="parTrans" cxnId="{2FA04588-1FED-41FD-A132-841EFF464627}">
      <dgm:prSet/>
      <dgm:spPr/>
      <dgm:t>
        <a:bodyPr/>
        <a:lstStyle/>
        <a:p>
          <a:endParaRPr lang="en-IN"/>
        </a:p>
      </dgm:t>
    </dgm:pt>
    <dgm:pt modelId="{EFEB5EB4-21E9-4535-8FCC-B7DF297F56DB}" type="sibTrans" cxnId="{2FA04588-1FED-41FD-A132-841EFF464627}">
      <dgm:prSet/>
      <dgm:spPr/>
      <dgm:t>
        <a:bodyPr/>
        <a:lstStyle/>
        <a:p>
          <a:endParaRPr lang="en-IN"/>
        </a:p>
      </dgm:t>
    </dgm:pt>
    <dgm:pt modelId="{FBBF4E61-CA30-4054-985A-A8BA59F26F51}">
      <dgm:prSet/>
      <dgm:spPr/>
      <dgm:t>
        <a:bodyPr/>
        <a:lstStyle/>
        <a:p>
          <a:r>
            <a:rPr lang="en-IN" b="1"/>
            <a:t>Key Idea:</a:t>
          </a:r>
          <a:endParaRPr lang="en-IN"/>
        </a:p>
      </dgm:t>
    </dgm:pt>
    <dgm:pt modelId="{885E0EE5-2572-460F-861C-5D8B83B03C21}" type="parTrans" cxnId="{213ECE3E-8A9B-4761-B190-F821D3C88542}">
      <dgm:prSet/>
      <dgm:spPr/>
      <dgm:t>
        <a:bodyPr/>
        <a:lstStyle/>
        <a:p>
          <a:endParaRPr lang="en-IN"/>
        </a:p>
      </dgm:t>
    </dgm:pt>
    <dgm:pt modelId="{1535FF49-CD08-445A-A38B-9CD92864E44F}" type="sibTrans" cxnId="{213ECE3E-8A9B-4761-B190-F821D3C88542}">
      <dgm:prSet/>
      <dgm:spPr/>
      <dgm:t>
        <a:bodyPr/>
        <a:lstStyle/>
        <a:p>
          <a:endParaRPr lang="en-IN"/>
        </a:p>
      </dgm:t>
    </dgm:pt>
    <dgm:pt modelId="{8506CC08-6B06-47B2-826D-04998FAFEC7A}">
      <dgm:prSet/>
      <dgm:spPr/>
      <dgm:t>
        <a:bodyPr/>
        <a:lstStyle/>
        <a:p>
          <a:r>
            <a:rPr lang="en-IN"/>
            <a:t>MIME acts as a </a:t>
          </a:r>
          <a:r>
            <a:rPr lang="en-IN" b="1"/>
            <a:t>translator</a:t>
          </a:r>
          <a:r>
            <a:rPr lang="en-IN"/>
            <a:t> for data formats that basic SMTP cannot handle.</a:t>
          </a:r>
        </a:p>
      </dgm:t>
    </dgm:pt>
    <dgm:pt modelId="{D736F29A-AE71-4197-B2EF-1F6A38422CEA}" type="parTrans" cxnId="{52FDC4F9-587C-4EF0-BE83-F6DD3A37A325}">
      <dgm:prSet/>
      <dgm:spPr/>
      <dgm:t>
        <a:bodyPr/>
        <a:lstStyle/>
        <a:p>
          <a:endParaRPr lang="en-IN"/>
        </a:p>
      </dgm:t>
    </dgm:pt>
    <dgm:pt modelId="{9AF12841-9888-4BF4-B811-E7E9F11F5C26}" type="sibTrans" cxnId="{52FDC4F9-587C-4EF0-BE83-F6DD3A37A325}">
      <dgm:prSet/>
      <dgm:spPr/>
      <dgm:t>
        <a:bodyPr/>
        <a:lstStyle/>
        <a:p>
          <a:endParaRPr lang="en-IN"/>
        </a:p>
      </dgm:t>
    </dgm:pt>
    <dgm:pt modelId="{E32C53EF-6A95-480F-AF4F-76A7E1117E48}" type="pres">
      <dgm:prSet presAssocID="{B4A18418-C026-4221-8F72-CEF1C4306E55}" presName="linearFlow" presStyleCnt="0">
        <dgm:presLayoutVars>
          <dgm:dir/>
          <dgm:animLvl val="lvl"/>
          <dgm:resizeHandles val="exact"/>
        </dgm:presLayoutVars>
      </dgm:prSet>
      <dgm:spPr/>
    </dgm:pt>
    <dgm:pt modelId="{2978770A-E963-401B-97BB-D01F42B472FD}" type="pres">
      <dgm:prSet presAssocID="{BA0797E0-9995-48FA-8A6B-B2EED63361DA}" presName="composite" presStyleCnt="0"/>
      <dgm:spPr/>
    </dgm:pt>
    <dgm:pt modelId="{D809EAAA-67A8-477D-BFB3-A2622D00B201}" type="pres">
      <dgm:prSet presAssocID="{BA0797E0-9995-48FA-8A6B-B2EED63361DA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E6192F62-8527-482C-BDE1-6D3C0BA145EE}" type="pres">
      <dgm:prSet presAssocID="{BA0797E0-9995-48FA-8A6B-B2EED63361DA}" presName="descendantText" presStyleLbl="alignAcc1" presStyleIdx="0" presStyleCnt="3">
        <dgm:presLayoutVars>
          <dgm:bulletEnabled val="1"/>
        </dgm:presLayoutVars>
      </dgm:prSet>
      <dgm:spPr/>
    </dgm:pt>
    <dgm:pt modelId="{3E849138-00EB-4379-A807-26C05AA26A16}" type="pres">
      <dgm:prSet presAssocID="{3A1FE28B-B6B8-4AAD-B5E4-DDDCDE43824D}" presName="sp" presStyleCnt="0"/>
      <dgm:spPr/>
    </dgm:pt>
    <dgm:pt modelId="{9BBE0587-4275-42F2-A29B-BF57FAB21F4A}" type="pres">
      <dgm:prSet presAssocID="{6096B8EA-6EBE-4FB7-8B9F-F40F2CE93CC1}" presName="composite" presStyleCnt="0"/>
      <dgm:spPr/>
    </dgm:pt>
    <dgm:pt modelId="{FF01A7E5-F9AD-424F-8B4F-8652CD288D09}" type="pres">
      <dgm:prSet presAssocID="{6096B8EA-6EBE-4FB7-8B9F-F40F2CE93CC1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751C7042-7925-412C-8377-99E1A32310AB}" type="pres">
      <dgm:prSet presAssocID="{6096B8EA-6EBE-4FB7-8B9F-F40F2CE93CC1}" presName="descendantText" presStyleLbl="alignAcc1" presStyleIdx="1" presStyleCnt="3">
        <dgm:presLayoutVars>
          <dgm:bulletEnabled val="1"/>
        </dgm:presLayoutVars>
      </dgm:prSet>
      <dgm:spPr/>
    </dgm:pt>
    <dgm:pt modelId="{6B49A8E3-00FC-4FA2-A418-8A1011108CBC}" type="pres">
      <dgm:prSet presAssocID="{77E60078-F4A6-4810-A6A5-8FAC0BC51CC5}" presName="sp" presStyleCnt="0"/>
      <dgm:spPr/>
    </dgm:pt>
    <dgm:pt modelId="{28AF6611-0B4D-45EA-8DEA-526704FF3B54}" type="pres">
      <dgm:prSet presAssocID="{FBBF4E61-CA30-4054-985A-A8BA59F26F51}" presName="composite" presStyleCnt="0"/>
      <dgm:spPr/>
    </dgm:pt>
    <dgm:pt modelId="{8BB0FB4F-8A47-40C0-BB5A-60A28C84AE72}" type="pres">
      <dgm:prSet presAssocID="{FBBF4E61-CA30-4054-985A-A8BA59F26F51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C6DD08A-9346-4504-9251-4CE1B9BFCDF6}" type="pres">
      <dgm:prSet presAssocID="{FBBF4E61-CA30-4054-985A-A8BA59F26F51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B6DB9401-C9F3-4469-9BC5-062433937F42}" type="presOf" srcId="{6096B8EA-6EBE-4FB7-8B9F-F40F2CE93CC1}" destId="{FF01A7E5-F9AD-424F-8B4F-8652CD288D09}" srcOrd="0" destOrd="0" presId="urn:microsoft.com/office/officeart/2005/8/layout/chevron2"/>
    <dgm:cxn modelId="{213ECE3E-8A9B-4761-B190-F821D3C88542}" srcId="{B4A18418-C026-4221-8F72-CEF1C4306E55}" destId="{FBBF4E61-CA30-4054-985A-A8BA59F26F51}" srcOrd="2" destOrd="0" parTransId="{885E0EE5-2572-460F-861C-5D8B83B03C21}" sibTransId="{1535FF49-CD08-445A-A38B-9CD92864E44F}"/>
    <dgm:cxn modelId="{D130F14C-2681-4B2E-9C22-3DE578C948A7}" type="presOf" srcId="{810D9E01-E52A-471E-98CD-BC8D076531D4}" destId="{751C7042-7925-412C-8377-99E1A32310AB}" srcOrd="0" destOrd="0" presId="urn:microsoft.com/office/officeart/2005/8/layout/chevron2"/>
    <dgm:cxn modelId="{F18F2772-F27F-41B3-A95D-2F1DC3EE708C}" srcId="{B4A18418-C026-4221-8F72-CEF1C4306E55}" destId="{BA0797E0-9995-48FA-8A6B-B2EED63361DA}" srcOrd="0" destOrd="0" parTransId="{7F8849EF-C10C-49F1-BCBF-8A52C0F80CEB}" sibTransId="{3A1FE28B-B6B8-4AAD-B5E4-DDDCDE43824D}"/>
    <dgm:cxn modelId="{132E9985-E050-4D57-98DE-E2FE9FE675B8}" srcId="{BA0797E0-9995-48FA-8A6B-B2EED63361DA}" destId="{2D7E458B-4028-4681-8FA4-CB0192BD74F0}" srcOrd="1" destOrd="0" parTransId="{F10F62B9-275A-4BE5-AE13-94061EF27D88}" sibTransId="{446CDDCA-38C9-4081-8F9C-B1605F528BF9}"/>
    <dgm:cxn modelId="{092DE087-DE20-496C-87CD-60F6EB8BF104}" type="presOf" srcId="{BF597815-4383-46E3-A10D-449D43627FC2}" destId="{E6192F62-8527-482C-BDE1-6D3C0BA145EE}" srcOrd="0" destOrd="0" presId="urn:microsoft.com/office/officeart/2005/8/layout/chevron2"/>
    <dgm:cxn modelId="{2FA04588-1FED-41FD-A132-841EFF464627}" srcId="{6096B8EA-6EBE-4FB7-8B9F-F40F2CE93CC1}" destId="{810D9E01-E52A-471E-98CD-BC8D076531D4}" srcOrd="0" destOrd="0" parTransId="{E764E3B7-0CA0-444B-A9D2-5298E9C5A8E9}" sibTransId="{EFEB5EB4-21E9-4535-8FCC-B7DF297F56DB}"/>
    <dgm:cxn modelId="{9ADF8793-AD3B-4E34-BA5A-5BF3F70D1EC5}" type="presOf" srcId="{B4A18418-C026-4221-8F72-CEF1C4306E55}" destId="{E32C53EF-6A95-480F-AF4F-76A7E1117E48}" srcOrd="0" destOrd="0" presId="urn:microsoft.com/office/officeart/2005/8/layout/chevron2"/>
    <dgm:cxn modelId="{E9D9F59F-DED8-4971-B4CE-6E5EB56420C6}" type="presOf" srcId="{BA0797E0-9995-48FA-8A6B-B2EED63361DA}" destId="{D809EAAA-67A8-477D-BFB3-A2622D00B201}" srcOrd="0" destOrd="0" presId="urn:microsoft.com/office/officeart/2005/8/layout/chevron2"/>
    <dgm:cxn modelId="{BA5BCBA4-0601-442F-9950-A5C8708678DA}" type="presOf" srcId="{2D7E458B-4028-4681-8FA4-CB0192BD74F0}" destId="{E6192F62-8527-482C-BDE1-6D3C0BA145EE}" srcOrd="0" destOrd="1" presId="urn:microsoft.com/office/officeart/2005/8/layout/chevron2"/>
    <dgm:cxn modelId="{95BEB0B8-B339-4474-9446-84BC3ECF9F92}" type="presOf" srcId="{8506CC08-6B06-47B2-826D-04998FAFEC7A}" destId="{BC6DD08A-9346-4504-9251-4CE1B9BFCDF6}" srcOrd="0" destOrd="0" presId="urn:microsoft.com/office/officeart/2005/8/layout/chevron2"/>
    <dgm:cxn modelId="{D153F1C5-6A01-4BBA-BD7D-E2BBC28CAB77}" srcId="{BA0797E0-9995-48FA-8A6B-B2EED63361DA}" destId="{BF597815-4383-46E3-A10D-449D43627FC2}" srcOrd="0" destOrd="0" parTransId="{18C9E137-EE13-4E9A-900E-C3FF1809AA81}" sibTransId="{DA3D13D7-F100-4D0C-AB67-EBC16D4F5542}"/>
    <dgm:cxn modelId="{E47ACEEC-E5C0-43F3-9BAA-C8DC177365BD}" type="presOf" srcId="{FBBF4E61-CA30-4054-985A-A8BA59F26F51}" destId="{8BB0FB4F-8A47-40C0-BB5A-60A28C84AE72}" srcOrd="0" destOrd="0" presId="urn:microsoft.com/office/officeart/2005/8/layout/chevron2"/>
    <dgm:cxn modelId="{0E33C2F1-A0C0-4012-B5CB-622B3640B0F5}" srcId="{B4A18418-C026-4221-8F72-CEF1C4306E55}" destId="{6096B8EA-6EBE-4FB7-8B9F-F40F2CE93CC1}" srcOrd="1" destOrd="0" parTransId="{3D60FD45-E885-45D7-A968-92CC97B8F75C}" sibTransId="{77E60078-F4A6-4810-A6A5-8FAC0BC51CC5}"/>
    <dgm:cxn modelId="{52FDC4F9-587C-4EF0-BE83-F6DD3A37A325}" srcId="{FBBF4E61-CA30-4054-985A-A8BA59F26F51}" destId="{8506CC08-6B06-47B2-826D-04998FAFEC7A}" srcOrd="0" destOrd="0" parTransId="{D736F29A-AE71-4197-B2EF-1F6A38422CEA}" sibTransId="{9AF12841-9888-4BF4-B811-E7E9F11F5C26}"/>
    <dgm:cxn modelId="{1228AD1E-2C14-4593-A7A3-092B530CE96E}" type="presParOf" srcId="{E32C53EF-6A95-480F-AF4F-76A7E1117E48}" destId="{2978770A-E963-401B-97BB-D01F42B472FD}" srcOrd="0" destOrd="0" presId="urn:microsoft.com/office/officeart/2005/8/layout/chevron2"/>
    <dgm:cxn modelId="{E07B5B52-9C6C-4646-A979-CCABA4662AFC}" type="presParOf" srcId="{2978770A-E963-401B-97BB-D01F42B472FD}" destId="{D809EAAA-67A8-477D-BFB3-A2622D00B201}" srcOrd="0" destOrd="0" presId="urn:microsoft.com/office/officeart/2005/8/layout/chevron2"/>
    <dgm:cxn modelId="{E0E8C3B2-DBED-478B-B6F5-5D37AE7ECB14}" type="presParOf" srcId="{2978770A-E963-401B-97BB-D01F42B472FD}" destId="{E6192F62-8527-482C-BDE1-6D3C0BA145EE}" srcOrd="1" destOrd="0" presId="urn:microsoft.com/office/officeart/2005/8/layout/chevron2"/>
    <dgm:cxn modelId="{739101DD-61EA-460E-BD30-61A5BDC46632}" type="presParOf" srcId="{E32C53EF-6A95-480F-AF4F-76A7E1117E48}" destId="{3E849138-00EB-4379-A807-26C05AA26A16}" srcOrd="1" destOrd="0" presId="urn:microsoft.com/office/officeart/2005/8/layout/chevron2"/>
    <dgm:cxn modelId="{8D136227-7FF6-4DC9-BAFB-D2F5D3587F0D}" type="presParOf" srcId="{E32C53EF-6A95-480F-AF4F-76A7E1117E48}" destId="{9BBE0587-4275-42F2-A29B-BF57FAB21F4A}" srcOrd="2" destOrd="0" presId="urn:microsoft.com/office/officeart/2005/8/layout/chevron2"/>
    <dgm:cxn modelId="{4E58C3AB-A799-488F-8B03-9DA5A26317BB}" type="presParOf" srcId="{9BBE0587-4275-42F2-A29B-BF57FAB21F4A}" destId="{FF01A7E5-F9AD-424F-8B4F-8652CD288D09}" srcOrd="0" destOrd="0" presId="urn:microsoft.com/office/officeart/2005/8/layout/chevron2"/>
    <dgm:cxn modelId="{8F919A2F-9022-4CD6-99F2-B76285DA5FF9}" type="presParOf" srcId="{9BBE0587-4275-42F2-A29B-BF57FAB21F4A}" destId="{751C7042-7925-412C-8377-99E1A32310AB}" srcOrd="1" destOrd="0" presId="urn:microsoft.com/office/officeart/2005/8/layout/chevron2"/>
    <dgm:cxn modelId="{BCB8D256-6612-4FAD-BE18-11DC83F9C2C6}" type="presParOf" srcId="{E32C53EF-6A95-480F-AF4F-76A7E1117E48}" destId="{6B49A8E3-00FC-4FA2-A418-8A1011108CBC}" srcOrd="3" destOrd="0" presId="urn:microsoft.com/office/officeart/2005/8/layout/chevron2"/>
    <dgm:cxn modelId="{C2B1080E-D532-4156-B3D8-C17AD44D6DFA}" type="presParOf" srcId="{E32C53EF-6A95-480F-AF4F-76A7E1117E48}" destId="{28AF6611-0B4D-45EA-8DEA-526704FF3B54}" srcOrd="4" destOrd="0" presId="urn:microsoft.com/office/officeart/2005/8/layout/chevron2"/>
    <dgm:cxn modelId="{AAA291ED-A11A-4629-B9A2-40DF9DD16F21}" type="presParOf" srcId="{28AF6611-0B4D-45EA-8DEA-526704FF3B54}" destId="{8BB0FB4F-8A47-40C0-BB5A-60A28C84AE72}" srcOrd="0" destOrd="0" presId="urn:microsoft.com/office/officeart/2005/8/layout/chevron2"/>
    <dgm:cxn modelId="{ADDF0B42-5075-4E3A-875F-441475F49E0D}" type="presParOf" srcId="{28AF6611-0B4D-45EA-8DEA-526704FF3B54}" destId="{BC6DD08A-9346-4504-9251-4CE1B9BFCDF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DBD51E6-09E9-4874-A56D-8DE916FC697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00B6EAE-B931-4B85-8DF4-29D3DB109308}">
      <dgm:prSet/>
      <dgm:spPr/>
      <dgm:t>
        <a:bodyPr/>
        <a:lstStyle/>
        <a:p>
          <a:r>
            <a:rPr lang="en-IN" b="1"/>
            <a:t>Case 1 – Traditional Sender, Webmail Receiver:</a:t>
          </a:r>
          <a:endParaRPr lang="en-IN"/>
        </a:p>
      </dgm:t>
    </dgm:pt>
    <dgm:pt modelId="{A1B5F44A-3100-4EFE-BEFF-1B2DD579CDDE}" type="parTrans" cxnId="{552CD10E-DF99-4133-8832-19B0F186918C}">
      <dgm:prSet/>
      <dgm:spPr/>
      <dgm:t>
        <a:bodyPr/>
        <a:lstStyle/>
        <a:p>
          <a:endParaRPr lang="en-IN"/>
        </a:p>
      </dgm:t>
    </dgm:pt>
    <dgm:pt modelId="{F5656EBA-1A5E-48EA-8ECF-F092538C3727}" type="sibTrans" cxnId="{552CD10E-DF99-4133-8832-19B0F186918C}">
      <dgm:prSet/>
      <dgm:spPr/>
      <dgm:t>
        <a:bodyPr/>
        <a:lstStyle/>
        <a:p>
          <a:endParaRPr lang="en-IN"/>
        </a:p>
      </dgm:t>
    </dgm:pt>
    <dgm:pt modelId="{ED34539E-5911-44BE-854E-81511C4D62AC}">
      <dgm:prSet/>
      <dgm:spPr/>
      <dgm:t>
        <a:bodyPr/>
        <a:lstStyle/>
        <a:p>
          <a:r>
            <a:rPr lang="en-IN" dirty="0"/>
            <a:t>Alice (sender) → Mail sent from browser to </a:t>
          </a:r>
          <a:r>
            <a:rPr lang="en-IN" b="1" dirty="0"/>
            <a:t>sending mail server (SMTP)</a:t>
          </a:r>
          <a:r>
            <a:rPr lang="en-IN" dirty="0"/>
            <a:t>.</a:t>
          </a:r>
        </a:p>
      </dgm:t>
    </dgm:pt>
    <dgm:pt modelId="{E8FBB48B-18E1-402D-A58F-BB864596B4FA}" type="parTrans" cxnId="{A6A8A403-2604-43C1-AF7C-8434D8C9998E}">
      <dgm:prSet/>
      <dgm:spPr/>
      <dgm:t>
        <a:bodyPr/>
        <a:lstStyle/>
        <a:p>
          <a:endParaRPr lang="en-IN"/>
        </a:p>
      </dgm:t>
    </dgm:pt>
    <dgm:pt modelId="{F784B17D-B45D-4166-B3E4-C2E0BE0C7BD3}" type="sibTrans" cxnId="{A6A8A403-2604-43C1-AF7C-8434D8C9998E}">
      <dgm:prSet/>
      <dgm:spPr/>
      <dgm:t>
        <a:bodyPr/>
        <a:lstStyle/>
        <a:p>
          <a:endParaRPr lang="en-IN"/>
        </a:p>
      </dgm:t>
    </dgm:pt>
    <dgm:pt modelId="{37207996-607E-47EB-971B-1F170BFF1FD8}">
      <dgm:prSet/>
      <dgm:spPr/>
      <dgm:t>
        <a:bodyPr/>
        <a:lstStyle/>
        <a:p>
          <a:r>
            <a:rPr lang="en-IN"/>
            <a:t>Sending mail server → Transfers message to </a:t>
          </a:r>
          <a:r>
            <a:rPr lang="en-IN" b="1"/>
            <a:t>receiving mail server (SMTP)</a:t>
          </a:r>
          <a:r>
            <a:rPr lang="en-IN"/>
            <a:t>.</a:t>
          </a:r>
        </a:p>
      </dgm:t>
    </dgm:pt>
    <dgm:pt modelId="{456BE49F-2303-4977-B328-30F7B33F89CC}" type="parTrans" cxnId="{C457A31B-ACE7-4531-8052-D6F27712ADBB}">
      <dgm:prSet/>
      <dgm:spPr/>
      <dgm:t>
        <a:bodyPr/>
        <a:lstStyle/>
        <a:p>
          <a:endParaRPr lang="en-IN"/>
        </a:p>
      </dgm:t>
    </dgm:pt>
    <dgm:pt modelId="{2704CEBB-1A93-4CB7-B72B-9E4BA9B59DF0}" type="sibTrans" cxnId="{C457A31B-ACE7-4531-8052-D6F27712ADBB}">
      <dgm:prSet/>
      <dgm:spPr/>
      <dgm:t>
        <a:bodyPr/>
        <a:lstStyle/>
        <a:p>
          <a:endParaRPr lang="en-IN"/>
        </a:p>
      </dgm:t>
    </dgm:pt>
    <dgm:pt modelId="{1D3F0CB9-E30E-4266-BE16-20F8DBF65129}">
      <dgm:prSet/>
      <dgm:spPr/>
      <dgm:t>
        <a:bodyPr/>
        <a:lstStyle/>
        <a:p>
          <a:r>
            <a:rPr lang="en-IN"/>
            <a:t>Bob (receiver) → Opens browser → Sends </a:t>
          </a:r>
          <a:r>
            <a:rPr lang="en-IN" b="1"/>
            <a:t>HTTP request</a:t>
          </a:r>
          <a:r>
            <a:rPr lang="en-IN"/>
            <a:t> to webmail site.</a:t>
          </a:r>
        </a:p>
      </dgm:t>
    </dgm:pt>
    <dgm:pt modelId="{714B4D3B-E181-465C-919F-199CECBF435B}" type="parTrans" cxnId="{92D62589-1B27-4139-B398-6D3924DC798F}">
      <dgm:prSet/>
      <dgm:spPr/>
      <dgm:t>
        <a:bodyPr/>
        <a:lstStyle/>
        <a:p>
          <a:endParaRPr lang="en-IN"/>
        </a:p>
      </dgm:t>
    </dgm:pt>
    <dgm:pt modelId="{F67E8BA4-052F-4895-AD89-EE91B91DF117}" type="sibTrans" cxnId="{92D62589-1B27-4139-B398-6D3924DC798F}">
      <dgm:prSet/>
      <dgm:spPr/>
      <dgm:t>
        <a:bodyPr/>
        <a:lstStyle/>
        <a:p>
          <a:endParaRPr lang="en-IN"/>
        </a:p>
      </dgm:t>
    </dgm:pt>
    <dgm:pt modelId="{76DEE501-2FFE-413B-9C5E-8F5EFD8F173D}">
      <dgm:prSet/>
      <dgm:spPr/>
      <dgm:t>
        <a:bodyPr/>
        <a:lstStyle/>
        <a:p>
          <a:r>
            <a:rPr lang="en-IN" dirty="0"/>
            <a:t>Server verifies </a:t>
          </a:r>
          <a:r>
            <a:rPr lang="en-IN" b="1" dirty="0"/>
            <a:t>username/password</a:t>
          </a:r>
          <a:r>
            <a:rPr lang="en-IN" dirty="0"/>
            <a:t> → Sends list of emails in </a:t>
          </a:r>
          <a:r>
            <a:rPr lang="en-IN" b="1" dirty="0"/>
            <a:t>HTML</a:t>
          </a:r>
          <a:r>
            <a:rPr lang="en-IN" dirty="0"/>
            <a:t> format.</a:t>
          </a:r>
        </a:p>
      </dgm:t>
    </dgm:pt>
    <dgm:pt modelId="{C888859D-D0D5-4F6C-AC1A-2F2E8793A16F}" type="parTrans" cxnId="{60222246-723F-48ED-9C26-102039F003B2}">
      <dgm:prSet/>
      <dgm:spPr/>
      <dgm:t>
        <a:bodyPr/>
        <a:lstStyle/>
        <a:p>
          <a:endParaRPr lang="en-IN"/>
        </a:p>
      </dgm:t>
    </dgm:pt>
    <dgm:pt modelId="{A8668E2D-CF30-443D-96A4-7BD6DEFCB50E}" type="sibTrans" cxnId="{60222246-723F-48ED-9C26-102039F003B2}">
      <dgm:prSet/>
      <dgm:spPr/>
      <dgm:t>
        <a:bodyPr/>
        <a:lstStyle/>
        <a:p>
          <a:endParaRPr lang="en-IN"/>
        </a:p>
      </dgm:t>
    </dgm:pt>
    <dgm:pt modelId="{4DC8A305-FD57-438B-BE4B-E5C913888213}">
      <dgm:prSet/>
      <dgm:spPr/>
      <dgm:t>
        <a:bodyPr/>
        <a:lstStyle/>
        <a:p>
          <a:r>
            <a:rPr lang="en-IN" dirty="0"/>
            <a:t>Bob can read, browse, and open emails one by one using HTTP transactions.</a:t>
          </a:r>
        </a:p>
      </dgm:t>
    </dgm:pt>
    <dgm:pt modelId="{A7C82F6F-EB47-43A5-BF16-A2583F07E37B}" type="parTrans" cxnId="{11606C08-CAD1-4F0D-B8EB-D01CC735A9B7}">
      <dgm:prSet/>
      <dgm:spPr/>
      <dgm:t>
        <a:bodyPr/>
        <a:lstStyle/>
        <a:p>
          <a:endParaRPr lang="en-IN"/>
        </a:p>
      </dgm:t>
    </dgm:pt>
    <dgm:pt modelId="{5ADB96DA-7D40-4CA1-A666-67766F3A95CE}" type="sibTrans" cxnId="{11606C08-CAD1-4F0D-B8EB-D01CC735A9B7}">
      <dgm:prSet/>
      <dgm:spPr/>
      <dgm:t>
        <a:bodyPr/>
        <a:lstStyle/>
        <a:p>
          <a:endParaRPr lang="en-IN"/>
        </a:p>
      </dgm:t>
    </dgm:pt>
    <dgm:pt modelId="{FAF5E060-E81E-438F-B639-684A7E93A90F}" type="pres">
      <dgm:prSet presAssocID="{3DBD51E6-09E9-4874-A56D-8DE916FC6977}" presName="linear" presStyleCnt="0">
        <dgm:presLayoutVars>
          <dgm:animLvl val="lvl"/>
          <dgm:resizeHandles val="exact"/>
        </dgm:presLayoutVars>
      </dgm:prSet>
      <dgm:spPr/>
    </dgm:pt>
    <dgm:pt modelId="{00DF6D15-F196-4FAD-93F5-C74924AB6E55}" type="pres">
      <dgm:prSet presAssocID="{C00B6EAE-B931-4B85-8DF4-29D3DB10930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7C2AD45-1C23-4FB6-AFB4-F84AF9A62C36}" type="pres">
      <dgm:prSet presAssocID="{C00B6EAE-B931-4B85-8DF4-29D3DB10930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6A8A403-2604-43C1-AF7C-8434D8C9998E}" srcId="{C00B6EAE-B931-4B85-8DF4-29D3DB109308}" destId="{ED34539E-5911-44BE-854E-81511C4D62AC}" srcOrd="0" destOrd="0" parTransId="{E8FBB48B-18E1-402D-A58F-BB864596B4FA}" sibTransId="{F784B17D-B45D-4166-B3E4-C2E0BE0C7BD3}"/>
    <dgm:cxn modelId="{11606C08-CAD1-4F0D-B8EB-D01CC735A9B7}" srcId="{C00B6EAE-B931-4B85-8DF4-29D3DB109308}" destId="{4DC8A305-FD57-438B-BE4B-E5C913888213}" srcOrd="4" destOrd="0" parTransId="{A7C82F6F-EB47-43A5-BF16-A2583F07E37B}" sibTransId="{5ADB96DA-7D40-4CA1-A666-67766F3A95CE}"/>
    <dgm:cxn modelId="{552CD10E-DF99-4133-8832-19B0F186918C}" srcId="{3DBD51E6-09E9-4874-A56D-8DE916FC6977}" destId="{C00B6EAE-B931-4B85-8DF4-29D3DB109308}" srcOrd="0" destOrd="0" parTransId="{A1B5F44A-3100-4EFE-BEFF-1B2DD579CDDE}" sibTransId="{F5656EBA-1A5E-48EA-8ECF-F092538C3727}"/>
    <dgm:cxn modelId="{C457A31B-ACE7-4531-8052-D6F27712ADBB}" srcId="{C00B6EAE-B931-4B85-8DF4-29D3DB109308}" destId="{37207996-607E-47EB-971B-1F170BFF1FD8}" srcOrd="1" destOrd="0" parTransId="{456BE49F-2303-4977-B328-30F7B33F89CC}" sibTransId="{2704CEBB-1A93-4CB7-B72B-9E4BA9B59DF0}"/>
    <dgm:cxn modelId="{00F2532A-496F-4A19-BF3A-4A2B6120E245}" type="presOf" srcId="{C00B6EAE-B931-4B85-8DF4-29D3DB109308}" destId="{00DF6D15-F196-4FAD-93F5-C74924AB6E55}" srcOrd="0" destOrd="0" presId="urn:microsoft.com/office/officeart/2005/8/layout/vList2"/>
    <dgm:cxn modelId="{60222246-723F-48ED-9C26-102039F003B2}" srcId="{C00B6EAE-B931-4B85-8DF4-29D3DB109308}" destId="{76DEE501-2FFE-413B-9C5E-8F5EFD8F173D}" srcOrd="3" destOrd="0" parTransId="{C888859D-D0D5-4F6C-AC1A-2F2E8793A16F}" sibTransId="{A8668E2D-CF30-443D-96A4-7BD6DEFCB50E}"/>
    <dgm:cxn modelId="{698FDD50-EA3A-4310-9B61-8D98FE5F16A5}" type="presOf" srcId="{76DEE501-2FFE-413B-9C5E-8F5EFD8F173D}" destId="{F7C2AD45-1C23-4FB6-AFB4-F84AF9A62C36}" srcOrd="0" destOrd="3" presId="urn:microsoft.com/office/officeart/2005/8/layout/vList2"/>
    <dgm:cxn modelId="{425A3072-1E6D-4BD7-B9B8-54B5CCF21E1E}" type="presOf" srcId="{4DC8A305-FD57-438B-BE4B-E5C913888213}" destId="{F7C2AD45-1C23-4FB6-AFB4-F84AF9A62C36}" srcOrd="0" destOrd="4" presId="urn:microsoft.com/office/officeart/2005/8/layout/vList2"/>
    <dgm:cxn modelId="{79D4E754-B9A1-4B2B-8880-D5DC65913317}" type="presOf" srcId="{3DBD51E6-09E9-4874-A56D-8DE916FC6977}" destId="{FAF5E060-E81E-438F-B639-684A7E93A90F}" srcOrd="0" destOrd="0" presId="urn:microsoft.com/office/officeart/2005/8/layout/vList2"/>
    <dgm:cxn modelId="{92D62589-1B27-4139-B398-6D3924DC798F}" srcId="{C00B6EAE-B931-4B85-8DF4-29D3DB109308}" destId="{1D3F0CB9-E30E-4266-BE16-20F8DBF65129}" srcOrd="2" destOrd="0" parTransId="{714B4D3B-E181-465C-919F-199CECBF435B}" sibTransId="{F67E8BA4-052F-4895-AD89-EE91B91DF117}"/>
    <dgm:cxn modelId="{67C43B8C-F9D8-46D8-838C-F18FC61A652C}" type="presOf" srcId="{37207996-607E-47EB-971B-1F170BFF1FD8}" destId="{F7C2AD45-1C23-4FB6-AFB4-F84AF9A62C36}" srcOrd="0" destOrd="1" presId="urn:microsoft.com/office/officeart/2005/8/layout/vList2"/>
    <dgm:cxn modelId="{C4AF50BC-9F0E-42B8-BF83-655E01CB4115}" type="presOf" srcId="{1D3F0CB9-E30E-4266-BE16-20F8DBF65129}" destId="{F7C2AD45-1C23-4FB6-AFB4-F84AF9A62C36}" srcOrd="0" destOrd="2" presId="urn:microsoft.com/office/officeart/2005/8/layout/vList2"/>
    <dgm:cxn modelId="{27367BC3-183A-4987-9CF6-F159FCC56715}" type="presOf" srcId="{ED34539E-5911-44BE-854E-81511C4D62AC}" destId="{F7C2AD45-1C23-4FB6-AFB4-F84AF9A62C36}" srcOrd="0" destOrd="0" presId="urn:microsoft.com/office/officeart/2005/8/layout/vList2"/>
    <dgm:cxn modelId="{6E7CD7D0-CF9F-470B-8E8B-A173298660C8}" type="presParOf" srcId="{FAF5E060-E81E-438F-B639-684A7E93A90F}" destId="{00DF6D15-F196-4FAD-93F5-C74924AB6E55}" srcOrd="0" destOrd="0" presId="urn:microsoft.com/office/officeart/2005/8/layout/vList2"/>
    <dgm:cxn modelId="{73442D7C-A210-47E3-9945-F901EF5DC587}" type="presParOf" srcId="{FAF5E060-E81E-438F-B639-684A7E93A90F}" destId="{F7C2AD45-1C23-4FB6-AFB4-F84AF9A62C3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7840622-9EF5-4FAA-A3B9-0E24111DAE5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8B8FEF5-5AFC-4702-A62C-04C8FFF1B2B0}">
      <dgm:prSet/>
      <dgm:spPr/>
      <dgm:t>
        <a:bodyPr/>
        <a:lstStyle/>
        <a:p>
          <a:r>
            <a:rPr lang="en-IN" b="1"/>
            <a:t>Case 2 – Both Users Use Webmail:</a:t>
          </a:r>
          <a:endParaRPr lang="en-IN"/>
        </a:p>
      </dgm:t>
    </dgm:pt>
    <dgm:pt modelId="{347EF48B-A0BA-4662-981E-04FE9F6B69FB}" type="parTrans" cxnId="{1195AC58-7C99-47E6-AAF7-8B36F6A9F7B7}">
      <dgm:prSet/>
      <dgm:spPr/>
      <dgm:t>
        <a:bodyPr/>
        <a:lstStyle/>
        <a:p>
          <a:endParaRPr lang="en-IN"/>
        </a:p>
      </dgm:t>
    </dgm:pt>
    <dgm:pt modelId="{DCAD5589-069D-47D6-9992-6DEE845A15A8}" type="sibTrans" cxnId="{1195AC58-7C99-47E6-AAF7-8B36F6A9F7B7}">
      <dgm:prSet/>
      <dgm:spPr/>
      <dgm:t>
        <a:bodyPr/>
        <a:lstStyle/>
        <a:p>
          <a:endParaRPr lang="en-IN"/>
        </a:p>
      </dgm:t>
    </dgm:pt>
    <dgm:pt modelId="{771BC46C-6F39-43BD-8DB2-AF5792598876}">
      <dgm:prSet/>
      <dgm:spPr/>
      <dgm:t>
        <a:bodyPr/>
        <a:lstStyle/>
        <a:p>
          <a:r>
            <a:rPr lang="en-IN"/>
            <a:t>Alice sends email to web server via </a:t>
          </a:r>
          <a:r>
            <a:rPr lang="en-IN" b="1"/>
            <a:t>HTTP</a:t>
          </a:r>
          <a:r>
            <a:rPr lang="en-IN"/>
            <a:t> (includes Bob’s email address).</a:t>
          </a:r>
        </a:p>
      </dgm:t>
    </dgm:pt>
    <dgm:pt modelId="{C7583BC0-9828-453F-B3CD-948BE248B2A7}" type="parTrans" cxnId="{E0C5F9FF-6486-4B4C-937F-9F1CC18D7C92}">
      <dgm:prSet/>
      <dgm:spPr/>
      <dgm:t>
        <a:bodyPr/>
        <a:lstStyle/>
        <a:p>
          <a:endParaRPr lang="en-IN"/>
        </a:p>
      </dgm:t>
    </dgm:pt>
    <dgm:pt modelId="{C8FCDD52-CD2E-45A8-8D72-5A4ABA06AD89}" type="sibTrans" cxnId="{E0C5F9FF-6486-4B4C-937F-9F1CC18D7C92}">
      <dgm:prSet/>
      <dgm:spPr/>
      <dgm:t>
        <a:bodyPr/>
        <a:lstStyle/>
        <a:p>
          <a:endParaRPr lang="en-IN"/>
        </a:p>
      </dgm:t>
    </dgm:pt>
    <dgm:pt modelId="{0BF834F1-D105-489B-96D2-8BD8B5C833A0}">
      <dgm:prSet/>
      <dgm:spPr/>
      <dgm:t>
        <a:bodyPr/>
        <a:lstStyle/>
        <a:p>
          <a:r>
            <a:rPr lang="en-IN" dirty="0"/>
            <a:t>Alice’s web server → Passes message to </a:t>
          </a:r>
          <a:r>
            <a:rPr lang="en-IN" b="1" dirty="0"/>
            <a:t>SMTP client</a:t>
          </a:r>
          <a:r>
            <a:rPr lang="en-IN" dirty="0"/>
            <a:t> → Sends to Bob’s mail server.</a:t>
          </a:r>
        </a:p>
      </dgm:t>
    </dgm:pt>
    <dgm:pt modelId="{A0621AAE-6042-4A85-874F-17220224941B}" type="parTrans" cxnId="{6C4B9400-AAFC-4F66-B6D4-1EC343039A6C}">
      <dgm:prSet/>
      <dgm:spPr/>
      <dgm:t>
        <a:bodyPr/>
        <a:lstStyle/>
        <a:p>
          <a:endParaRPr lang="en-IN"/>
        </a:p>
      </dgm:t>
    </dgm:pt>
    <dgm:pt modelId="{014B2CA9-5081-4560-9828-1A73054281E2}" type="sibTrans" cxnId="{6C4B9400-AAFC-4F66-B6D4-1EC343039A6C}">
      <dgm:prSet/>
      <dgm:spPr/>
      <dgm:t>
        <a:bodyPr/>
        <a:lstStyle/>
        <a:p>
          <a:endParaRPr lang="en-IN"/>
        </a:p>
      </dgm:t>
    </dgm:pt>
    <dgm:pt modelId="{A9472E01-861F-4286-9211-A698C8653366}">
      <dgm:prSet/>
      <dgm:spPr/>
      <dgm:t>
        <a:bodyPr/>
        <a:lstStyle/>
        <a:p>
          <a:r>
            <a:rPr lang="en-IN"/>
            <a:t>Bob retrieves message through </a:t>
          </a:r>
          <a:r>
            <a:rPr lang="en-IN" b="1"/>
            <a:t>HTTP</a:t>
          </a:r>
          <a:r>
            <a:rPr lang="en-IN"/>
            <a:t>, just like Case 1.</a:t>
          </a:r>
        </a:p>
      </dgm:t>
    </dgm:pt>
    <dgm:pt modelId="{A2DE63C0-0411-4E0F-A7FD-C7E2E3CB8F67}" type="parTrans" cxnId="{C3F98E7D-74CE-43FC-ABBB-D08A6ABAB8F4}">
      <dgm:prSet/>
      <dgm:spPr/>
      <dgm:t>
        <a:bodyPr/>
        <a:lstStyle/>
        <a:p>
          <a:endParaRPr lang="en-IN"/>
        </a:p>
      </dgm:t>
    </dgm:pt>
    <dgm:pt modelId="{C0B15A50-4E23-4C48-BED2-88547D37BD73}" type="sibTrans" cxnId="{C3F98E7D-74CE-43FC-ABBB-D08A6ABAB8F4}">
      <dgm:prSet/>
      <dgm:spPr/>
      <dgm:t>
        <a:bodyPr/>
        <a:lstStyle/>
        <a:p>
          <a:endParaRPr lang="en-IN"/>
        </a:p>
      </dgm:t>
    </dgm:pt>
    <dgm:pt modelId="{F8BF9F43-7B4F-4ECA-BD91-C9D2715338B5}" type="pres">
      <dgm:prSet presAssocID="{77840622-9EF5-4FAA-A3B9-0E24111DAE5D}" presName="linear" presStyleCnt="0">
        <dgm:presLayoutVars>
          <dgm:animLvl val="lvl"/>
          <dgm:resizeHandles val="exact"/>
        </dgm:presLayoutVars>
      </dgm:prSet>
      <dgm:spPr/>
    </dgm:pt>
    <dgm:pt modelId="{7001EF49-B48C-4287-87E8-3CCBAF855498}" type="pres">
      <dgm:prSet presAssocID="{08B8FEF5-5AFC-4702-A62C-04C8FFF1B2B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E878E84-54A8-4535-A6B6-A690999D8C56}" type="pres">
      <dgm:prSet presAssocID="{08B8FEF5-5AFC-4702-A62C-04C8FFF1B2B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C4B9400-AAFC-4F66-B6D4-1EC343039A6C}" srcId="{08B8FEF5-5AFC-4702-A62C-04C8FFF1B2B0}" destId="{0BF834F1-D105-489B-96D2-8BD8B5C833A0}" srcOrd="1" destOrd="0" parTransId="{A0621AAE-6042-4A85-874F-17220224941B}" sibTransId="{014B2CA9-5081-4560-9828-1A73054281E2}"/>
    <dgm:cxn modelId="{A4122E17-916B-40AA-B868-0288C1FDA31F}" type="presOf" srcId="{08B8FEF5-5AFC-4702-A62C-04C8FFF1B2B0}" destId="{7001EF49-B48C-4287-87E8-3CCBAF855498}" srcOrd="0" destOrd="0" presId="urn:microsoft.com/office/officeart/2005/8/layout/vList2"/>
    <dgm:cxn modelId="{4582BF44-559A-437D-89DF-A296C688A8AD}" type="presOf" srcId="{0BF834F1-D105-489B-96D2-8BD8B5C833A0}" destId="{EE878E84-54A8-4535-A6B6-A690999D8C56}" srcOrd="0" destOrd="1" presId="urn:microsoft.com/office/officeart/2005/8/layout/vList2"/>
    <dgm:cxn modelId="{E2051973-0F2E-4226-AE8E-2672D428DA57}" type="presOf" srcId="{771BC46C-6F39-43BD-8DB2-AF5792598876}" destId="{EE878E84-54A8-4535-A6B6-A690999D8C56}" srcOrd="0" destOrd="0" presId="urn:microsoft.com/office/officeart/2005/8/layout/vList2"/>
    <dgm:cxn modelId="{1195AC58-7C99-47E6-AAF7-8B36F6A9F7B7}" srcId="{77840622-9EF5-4FAA-A3B9-0E24111DAE5D}" destId="{08B8FEF5-5AFC-4702-A62C-04C8FFF1B2B0}" srcOrd="0" destOrd="0" parTransId="{347EF48B-A0BA-4662-981E-04FE9F6B69FB}" sibTransId="{DCAD5589-069D-47D6-9992-6DEE845A15A8}"/>
    <dgm:cxn modelId="{C3F98E7D-74CE-43FC-ABBB-D08A6ABAB8F4}" srcId="{08B8FEF5-5AFC-4702-A62C-04C8FFF1B2B0}" destId="{A9472E01-861F-4286-9211-A698C8653366}" srcOrd="2" destOrd="0" parTransId="{A2DE63C0-0411-4E0F-A7FD-C7E2E3CB8F67}" sibTransId="{C0B15A50-4E23-4C48-BED2-88547D37BD73}"/>
    <dgm:cxn modelId="{30BC8EB5-069B-4952-A953-1A68A852F1DA}" type="presOf" srcId="{77840622-9EF5-4FAA-A3B9-0E24111DAE5D}" destId="{F8BF9F43-7B4F-4ECA-BD91-C9D2715338B5}" srcOrd="0" destOrd="0" presId="urn:microsoft.com/office/officeart/2005/8/layout/vList2"/>
    <dgm:cxn modelId="{C04E0FFC-C94D-41E8-A880-2B319189F321}" type="presOf" srcId="{A9472E01-861F-4286-9211-A698C8653366}" destId="{EE878E84-54A8-4535-A6B6-A690999D8C56}" srcOrd="0" destOrd="2" presId="urn:microsoft.com/office/officeart/2005/8/layout/vList2"/>
    <dgm:cxn modelId="{E0C5F9FF-6486-4B4C-937F-9F1CC18D7C92}" srcId="{08B8FEF5-5AFC-4702-A62C-04C8FFF1B2B0}" destId="{771BC46C-6F39-43BD-8DB2-AF5792598876}" srcOrd="0" destOrd="0" parTransId="{C7583BC0-9828-453F-B3CD-948BE248B2A7}" sibTransId="{C8FCDD52-CD2E-45A8-8D72-5A4ABA06AD89}"/>
    <dgm:cxn modelId="{CA05BBC7-50F8-418B-8860-2195B4DBB24E}" type="presParOf" srcId="{F8BF9F43-7B4F-4ECA-BD91-C9D2715338B5}" destId="{7001EF49-B48C-4287-87E8-3CCBAF855498}" srcOrd="0" destOrd="0" presId="urn:microsoft.com/office/officeart/2005/8/layout/vList2"/>
    <dgm:cxn modelId="{363392B0-8635-4060-BD1A-00E3C6D1FFDC}" type="presParOf" srcId="{F8BF9F43-7B4F-4ECA-BD91-C9D2715338B5}" destId="{EE878E84-54A8-4535-A6B6-A690999D8C5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79CDA15-CB0F-4A18-B2A7-DA8F28EBA57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0898678-8724-4B47-A147-04B31E40CB36}">
      <dgm:prSet/>
      <dgm:spPr/>
      <dgm:t>
        <a:bodyPr/>
        <a:lstStyle/>
        <a:p>
          <a:r>
            <a:rPr lang="en-US"/>
            <a:t>Problem:</a:t>
          </a:r>
          <a:endParaRPr lang="en-IN"/>
        </a:p>
      </dgm:t>
    </dgm:pt>
    <dgm:pt modelId="{5AB85CCE-8B8A-4FF0-88D8-372D78A598A4}" type="parTrans" cxnId="{6FC368B7-4E04-44B6-9119-DCEACB928BD0}">
      <dgm:prSet/>
      <dgm:spPr/>
      <dgm:t>
        <a:bodyPr/>
        <a:lstStyle/>
        <a:p>
          <a:endParaRPr lang="en-IN"/>
        </a:p>
      </dgm:t>
    </dgm:pt>
    <dgm:pt modelId="{693F91C6-699A-47CA-ABD0-89967E188F64}" type="sibTrans" cxnId="{6FC368B7-4E04-44B6-9119-DCEACB928BD0}">
      <dgm:prSet/>
      <dgm:spPr/>
      <dgm:t>
        <a:bodyPr/>
        <a:lstStyle/>
        <a:p>
          <a:endParaRPr lang="en-IN"/>
        </a:p>
      </dgm:t>
    </dgm:pt>
    <dgm:pt modelId="{55AF0D92-83EE-4415-904D-0E4BCCE1636E}">
      <dgm:prSet/>
      <dgm:spPr/>
      <dgm:t>
        <a:bodyPr/>
        <a:lstStyle/>
        <a:p>
          <a:r>
            <a:rPr lang="en-US" dirty="0"/>
            <a:t>Basic email protocols (SMTP, POP3, IMAP4) do not provide security by default. Emails can be intercepted, modified, or spoofed during transmission.</a:t>
          </a:r>
          <a:endParaRPr lang="en-IN" dirty="0"/>
        </a:p>
      </dgm:t>
    </dgm:pt>
    <dgm:pt modelId="{56ED6D04-F6F3-448F-BDB3-D80CF9D517AF}" type="parTrans" cxnId="{817804BD-61C4-40EC-A43D-E4D2B1DEE176}">
      <dgm:prSet/>
      <dgm:spPr/>
      <dgm:t>
        <a:bodyPr/>
        <a:lstStyle/>
        <a:p>
          <a:endParaRPr lang="en-IN"/>
        </a:p>
      </dgm:t>
    </dgm:pt>
    <dgm:pt modelId="{0062FC03-F66F-47E7-95DA-8B92ED944B9F}" type="sibTrans" cxnId="{817804BD-61C4-40EC-A43D-E4D2B1DEE176}">
      <dgm:prSet/>
      <dgm:spPr/>
      <dgm:t>
        <a:bodyPr/>
        <a:lstStyle/>
        <a:p>
          <a:endParaRPr lang="en-IN"/>
        </a:p>
      </dgm:t>
    </dgm:pt>
    <dgm:pt modelId="{35552DB9-EA74-4E91-8F64-90D7371C6A02}">
      <dgm:prSet/>
      <dgm:spPr/>
      <dgm:t>
        <a:bodyPr/>
        <a:lstStyle/>
        <a:p>
          <a:r>
            <a:rPr lang="en-US"/>
            <a:t>Solution – Application Layer Security Protocols:</a:t>
          </a:r>
          <a:endParaRPr lang="en-IN"/>
        </a:p>
      </dgm:t>
    </dgm:pt>
    <dgm:pt modelId="{B59C100A-C039-4717-91F1-B99203AA10D5}" type="parTrans" cxnId="{F2D11FB6-6629-45AE-AFFC-11A9DA79B9CA}">
      <dgm:prSet/>
      <dgm:spPr/>
      <dgm:t>
        <a:bodyPr/>
        <a:lstStyle/>
        <a:p>
          <a:endParaRPr lang="en-IN"/>
        </a:p>
      </dgm:t>
    </dgm:pt>
    <dgm:pt modelId="{8CC81FF1-A155-4E26-8618-99C78AE7265F}" type="sibTrans" cxnId="{F2D11FB6-6629-45AE-AFFC-11A9DA79B9CA}">
      <dgm:prSet/>
      <dgm:spPr/>
      <dgm:t>
        <a:bodyPr/>
        <a:lstStyle/>
        <a:p>
          <a:endParaRPr lang="en-IN"/>
        </a:p>
      </dgm:t>
    </dgm:pt>
    <dgm:pt modelId="{6975E74C-101E-4951-9AF3-AFEB20D9AB46}">
      <dgm:prSet/>
      <dgm:spPr/>
      <dgm:t>
        <a:bodyPr/>
        <a:lstStyle/>
        <a:p>
          <a:r>
            <a:rPr lang="en-US"/>
            <a:t>PGP (Pretty Good Privacy):</a:t>
          </a:r>
          <a:endParaRPr lang="en-IN"/>
        </a:p>
      </dgm:t>
    </dgm:pt>
    <dgm:pt modelId="{D4EA77CD-F3E7-412E-9749-D98B6567CA98}" type="parTrans" cxnId="{9AE73FE3-2B0A-4770-9D5C-8CDDA7A1A7DA}">
      <dgm:prSet/>
      <dgm:spPr/>
      <dgm:t>
        <a:bodyPr/>
        <a:lstStyle/>
        <a:p>
          <a:endParaRPr lang="en-IN"/>
        </a:p>
      </dgm:t>
    </dgm:pt>
    <dgm:pt modelId="{1697819E-231C-4E18-B5FC-67A0D464A6AF}" type="sibTrans" cxnId="{9AE73FE3-2B0A-4770-9D5C-8CDDA7A1A7DA}">
      <dgm:prSet/>
      <dgm:spPr/>
      <dgm:t>
        <a:bodyPr/>
        <a:lstStyle/>
        <a:p>
          <a:endParaRPr lang="en-IN"/>
        </a:p>
      </dgm:t>
    </dgm:pt>
    <dgm:pt modelId="{B4FB8017-60F5-4F15-A3E9-5D4935E1A7FA}">
      <dgm:prSet/>
      <dgm:spPr/>
      <dgm:t>
        <a:bodyPr/>
        <a:lstStyle/>
        <a:p>
          <a:r>
            <a:rPr lang="en-US"/>
            <a:t>Provides encryption, authentication, and integrity for email messages.</a:t>
          </a:r>
          <a:endParaRPr lang="en-IN"/>
        </a:p>
      </dgm:t>
    </dgm:pt>
    <dgm:pt modelId="{134725C8-215A-4D6B-8B18-0B251543C759}" type="parTrans" cxnId="{9839BA04-8DBA-4714-932E-304C6485A5F4}">
      <dgm:prSet/>
      <dgm:spPr/>
      <dgm:t>
        <a:bodyPr/>
        <a:lstStyle/>
        <a:p>
          <a:endParaRPr lang="en-IN"/>
        </a:p>
      </dgm:t>
    </dgm:pt>
    <dgm:pt modelId="{0FE4C924-0089-4F02-97E6-990EC8FE69C8}" type="sibTrans" cxnId="{9839BA04-8DBA-4714-932E-304C6485A5F4}">
      <dgm:prSet/>
      <dgm:spPr/>
      <dgm:t>
        <a:bodyPr/>
        <a:lstStyle/>
        <a:p>
          <a:endParaRPr lang="en-IN"/>
        </a:p>
      </dgm:t>
    </dgm:pt>
    <dgm:pt modelId="{935D7A69-FB68-4CB9-94F7-C23C6DEB1A89}">
      <dgm:prSet/>
      <dgm:spPr/>
      <dgm:t>
        <a:bodyPr/>
        <a:lstStyle/>
        <a:p>
          <a:r>
            <a:rPr lang="en-US"/>
            <a:t>Uses a combination of symmetric + public-key cryptography.</a:t>
          </a:r>
          <a:endParaRPr lang="en-IN"/>
        </a:p>
      </dgm:t>
    </dgm:pt>
    <dgm:pt modelId="{045D2825-EA67-43AB-A51B-2A263E1D29C7}" type="parTrans" cxnId="{90D1AB3E-7598-4A49-902B-32FB0F41B48A}">
      <dgm:prSet/>
      <dgm:spPr/>
      <dgm:t>
        <a:bodyPr/>
        <a:lstStyle/>
        <a:p>
          <a:endParaRPr lang="en-IN"/>
        </a:p>
      </dgm:t>
    </dgm:pt>
    <dgm:pt modelId="{EB397615-4853-4BE7-9DC7-25C2ED00CF6E}" type="sibTrans" cxnId="{90D1AB3E-7598-4A49-902B-32FB0F41B48A}">
      <dgm:prSet/>
      <dgm:spPr/>
      <dgm:t>
        <a:bodyPr/>
        <a:lstStyle/>
        <a:p>
          <a:endParaRPr lang="en-IN"/>
        </a:p>
      </dgm:t>
    </dgm:pt>
    <dgm:pt modelId="{934A7506-03FB-4009-BCC0-41E27092EDE6}">
      <dgm:prSet/>
      <dgm:spPr/>
      <dgm:t>
        <a:bodyPr/>
        <a:lstStyle/>
        <a:p>
          <a:r>
            <a:rPr lang="en-US"/>
            <a:t>S/MIME (Secure/Multipurpose Internet Mail Extensions):</a:t>
          </a:r>
          <a:endParaRPr lang="en-IN"/>
        </a:p>
      </dgm:t>
    </dgm:pt>
    <dgm:pt modelId="{673ECD27-E0A6-47D9-B39F-A4589B533922}" type="parTrans" cxnId="{71B06823-6AC7-4165-B8FC-EF8AD663DDDB}">
      <dgm:prSet/>
      <dgm:spPr/>
      <dgm:t>
        <a:bodyPr/>
        <a:lstStyle/>
        <a:p>
          <a:endParaRPr lang="en-IN"/>
        </a:p>
      </dgm:t>
    </dgm:pt>
    <dgm:pt modelId="{19C85EA0-F068-4BE0-8F55-42EA20F52630}" type="sibTrans" cxnId="{71B06823-6AC7-4165-B8FC-EF8AD663DDDB}">
      <dgm:prSet/>
      <dgm:spPr/>
      <dgm:t>
        <a:bodyPr/>
        <a:lstStyle/>
        <a:p>
          <a:endParaRPr lang="en-IN"/>
        </a:p>
      </dgm:t>
    </dgm:pt>
    <dgm:pt modelId="{171371AD-F24D-47D5-99F3-23529DEF273B}">
      <dgm:prSet/>
      <dgm:spPr/>
      <dgm:t>
        <a:bodyPr/>
        <a:lstStyle/>
        <a:p>
          <a:r>
            <a:rPr lang="en-US" dirty="0"/>
            <a:t>Based on MIME.</a:t>
          </a:r>
          <a:endParaRPr lang="en-IN" dirty="0"/>
        </a:p>
      </dgm:t>
    </dgm:pt>
    <dgm:pt modelId="{AEAB73B0-10F4-4272-86BB-90138DB3508C}" type="parTrans" cxnId="{0943F00F-5BD1-4E6A-A070-B5DA6E991AF7}">
      <dgm:prSet/>
      <dgm:spPr/>
      <dgm:t>
        <a:bodyPr/>
        <a:lstStyle/>
        <a:p>
          <a:endParaRPr lang="en-IN"/>
        </a:p>
      </dgm:t>
    </dgm:pt>
    <dgm:pt modelId="{84573034-A2FD-49C9-96DC-D09160546ACA}" type="sibTrans" cxnId="{0943F00F-5BD1-4E6A-A070-B5DA6E991AF7}">
      <dgm:prSet/>
      <dgm:spPr/>
      <dgm:t>
        <a:bodyPr/>
        <a:lstStyle/>
        <a:p>
          <a:endParaRPr lang="en-IN"/>
        </a:p>
      </dgm:t>
    </dgm:pt>
    <dgm:pt modelId="{8020ACAE-FD93-4950-92D4-4BDDB5DE1C02}">
      <dgm:prSet/>
      <dgm:spPr/>
      <dgm:t>
        <a:bodyPr/>
        <a:lstStyle/>
        <a:p>
          <a:r>
            <a:rPr lang="en-US" dirty="0"/>
            <a:t>Supports digital signatures and encryption for secure email exchange.</a:t>
          </a:r>
          <a:endParaRPr lang="en-IN" dirty="0"/>
        </a:p>
      </dgm:t>
    </dgm:pt>
    <dgm:pt modelId="{6432B682-40B7-4546-8700-20752FF07897}" type="parTrans" cxnId="{BD743D3A-B1E3-4C27-BDF7-2126E2E4BF31}">
      <dgm:prSet/>
      <dgm:spPr/>
      <dgm:t>
        <a:bodyPr/>
        <a:lstStyle/>
        <a:p>
          <a:endParaRPr lang="en-IN"/>
        </a:p>
      </dgm:t>
    </dgm:pt>
    <dgm:pt modelId="{26A27985-05B7-4A31-BD28-D614618D1E9D}" type="sibTrans" cxnId="{BD743D3A-B1E3-4C27-BDF7-2126E2E4BF31}">
      <dgm:prSet/>
      <dgm:spPr/>
      <dgm:t>
        <a:bodyPr/>
        <a:lstStyle/>
        <a:p>
          <a:endParaRPr lang="en-IN"/>
        </a:p>
      </dgm:t>
    </dgm:pt>
    <dgm:pt modelId="{67804023-455A-4B60-B1C8-5A32786908F2}" type="pres">
      <dgm:prSet presAssocID="{179CDA15-CB0F-4A18-B2A7-DA8F28EBA57D}" presName="linear" presStyleCnt="0">
        <dgm:presLayoutVars>
          <dgm:animLvl val="lvl"/>
          <dgm:resizeHandles val="exact"/>
        </dgm:presLayoutVars>
      </dgm:prSet>
      <dgm:spPr/>
    </dgm:pt>
    <dgm:pt modelId="{C77FDA21-3F5C-4509-8D9B-83CECB953FDD}" type="pres">
      <dgm:prSet presAssocID="{90898678-8724-4B47-A147-04B31E40CB3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A434990-18E8-4113-B6BE-48F3D700A68B}" type="pres">
      <dgm:prSet presAssocID="{90898678-8724-4B47-A147-04B31E40CB36}" presName="childText" presStyleLbl="revTx" presStyleIdx="0" presStyleCnt="2">
        <dgm:presLayoutVars>
          <dgm:bulletEnabled val="1"/>
        </dgm:presLayoutVars>
      </dgm:prSet>
      <dgm:spPr/>
    </dgm:pt>
    <dgm:pt modelId="{0F562991-9B3F-4C12-9751-B6743DC8746A}" type="pres">
      <dgm:prSet presAssocID="{35552DB9-EA74-4E91-8F64-90D7371C6A0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05BAFC2-DFE4-4F86-8DFB-848B2C612EBC}" type="pres">
      <dgm:prSet presAssocID="{35552DB9-EA74-4E91-8F64-90D7371C6A0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839BA04-8DBA-4714-932E-304C6485A5F4}" srcId="{6975E74C-101E-4951-9AF3-AFEB20D9AB46}" destId="{B4FB8017-60F5-4F15-A3E9-5D4935E1A7FA}" srcOrd="0" destOrd="0" parTransId="{134725C8-215A-4D6B-8B18-0B251543C759}" sibTransId="{0FE4C924-0089-4F02-97E6-990EC8FE69C8}"/>
    <dgm:cxn modelId="{0943F00F-5BD1-4E6A-A070-B5DA6E991AF7}" srcId="{934A7506-03FB-4009-BCC0-41E27092EDE6}" destId="{171371AD-F24D-47D5-99F3-23529DEF273B}" srcOrd="0" destOrd="0" parTransId="{AEAB73B0-10F4-4272-86BB-90138DB3508C}" sibTransId="{84573034-A2FD-49C9-96DC-D09160546ACA}"/>
    <dgm:cxn modelId="{71B06823-6AC7-4165-B8FC-EF8AD663DDDB}" srcId="{35552DB9-EA74-4E91-8F64-90D7371C6A02}" destId="{934A7506-03FB-4009-BCC0-41E27092EDE6}" srcOrd="1" destOrd="0" parTransId="{673ECD27-E0A6-47D9-B39F-A4589B533922}" sibTransId="{19C85EA0-F068-4BE0-8F55-42EA20F52630}"/>
    <dgm:cxn modelId="{BD743D3A-B1E3-4C27-BDF7-2126E2E4BF31}" srcId="{934A7506-03FB-4009-BCC0-41E27092EDE6}" destId="{8020ACAE-FD93-4950-92D4-4BDDB5DE1C02}" srcOrd="1" destOrd="0" parTransId="{6432B682-40B7-4546-8700-20752FF07897}" sibTransId="{26A27985-05B7-4A31-BD28-D614618D1E9D}"/>
    <dgm:cxn modelId="{F19E4E3E-840D-4D98-B303-FE73FDB4ABF6}" type="presOf" srcId="{6975E74C-101E-4951-9AF3-AFEB20D9AB46}" destId="{E05BAFC2-DFE4-4F86-8DFB-848B2C612EBC}" srcOrd="0" destOrd="0" presId="urn:microsoft.com/office/officeart/2005/8/layout/vList2"/>
    <dgm:cxn modelId="{90D1AB3E-7598-4A49-902B-32FB0F41B48A}" srcId="{6975E74C-101E-4951-9AF3-AFEB20D9AB46}" destId="{935D7A69-FB68-4CB9-94F7-C23C6DEB1A89}" srcOrd="1" destOrd="0" parTransId="{045D2825-EA67-43AB-A51B-2A263E1D29C7}" sibTransId="{EB397615-4853-4BE7-9DC7-25C2ED00CF6E}"/>
    <dgm:cxn modelId="{8ED93D5D-0C41-44F3-9497-46830E4D88DD}" type="presOf" srcId="{8020ACAE-FD93-4950-92D4-4BDDB5DE1C02}" destId="{E05BAFC2-DFE4-4F86-8DFB-848B2C612EBC}" srcOrd="0" destOrd="5" presId="urn:microsoft.com/office/officeart/2005/8/layout/vList2"/>
    <dgm:cxn modelId="{53FB5D5F-E2E3-4AB2-838B-C3BEAF279435}" type="presOf" srcId="{55AF0D92-83EE-4415-904D-0E4BCCE1636E}" destId="{DA434990-18E8-4113-B6BE-48F3D700A68B}" srcOrd="0" destOrd="0" presId="urn:microsoft.com/office/officeart/2005/8/layout/vList2"/>
    <dgm:cxn modelId="{39B09647-C7BD-49DE-A976-CC4E268DC932}" type="presOf" srcId="{90898678-8724-4B47-A147-04B31E40CB36}" destId="{C77FDA21-3F5C-4509-8D9B-83CECB953FDD}" srcOrd="0" destOrd="0" presId="urn:microsoft.com/office/officeart/2005/8/layout/vList2"/>
    <dgm:cxn modelId="{6D3E0B70-1835-4A5A-8E1A-A9466D19A4B9}" type="presOf" srcId="{B4FB8017-60F5-4F15-A3E9-5D4935E1A7FA}" destId="{E05BAFC2-DFE4-4F86-8DFB-848B2C612EBC}" srcOrd="0" destOrd="1" presId="urn:microsoft.com/office/officeart/2005/8/layout/vList2"/>
    <dgm:cxn modelId="{F6A0957F-930E-4EB3-9679-BF1DAB407C5C}" type="presOf" srcId="{35552DB9-EA74-4E91-8F64-90D7371C6A02}" destId="{0F562991-9B3F-4C12-9751-B6743DC8746A}" srcOrd="0" destOrd="0" presId="urn:microsoft.com/office/officeart/2005/8/layout/vList2"/>
    <dgm:cxn modelId="{E36735AC-09E1-438C-9999-12C23BC53D8D}" type="presOf" srcId="{179CDA15-CB0F-4A18-B2A7-DA8F28EBA57D}" destId="{67804023-455A-4B60-B1C8-5A32786908F2}" srcOrd="0" destOrd="0" presId="urn:microsoft.com/office/officeart/2005/8/layout/vList2"/>
    <dgm:cxn modelId="{F2D11FB6-6629-45AE-AFFC-11A9DA79B9CA}" srcId="{179CDA15-CB0F-4A18-B2A7-DA8F28EBA57D}" destId="{35552DB9-EA74-4E91-8F64-90D7371C6A02}" srcOrd="1" destOrd="0" parTransId="{B59C100A-C039-4717-91F1-B99203AA10D5}" sibTransId="{8CC81FF1-A155-4E26-8618-99C78AE7265F}"/>
    <dgm:cxn modelId="{6FC368B7-4E04-44B6-9119-DCEACB928BD0}" srcId="{179CDA15-CB0F-4A18-B2A7-DA8F28EBA57D}" destId="{90898678-8724-4B47-A147-04B31E40CB36}" srcOrd="0" destOrd="0" parTransId="{5AB85CCE-8B8A-4FF0-88D8-372D78A598A4}" sibTransId="{693F91C6-699A-47CA-ABD0-89967E188F64}"/>
    <dgm:cxn modelId="{40C256BB-5F81-45C4-8356-68DFBC6167CF}" type="presOf" srcId="{934A7506-03FB-4009-BCC0-41E27092EDE6}" destId="{E05BAFC2-DFE4-4F86-8DFB-848B2C612EBC}" srcOrd="0" destOrd="3" presId="urn:microsoft.com/office/officeart/2005/8/layout/vList2"/>
    <dgm:cxn modelId="{817804BD-61C4-40EC-A43D-E4D2B1DEE176}" srcId="{90898678-8724-4B47-A147-04B31E40CB36}" destId="{55AF0D92-83EE-4415-904D-0E4BCCE1636E}" srcOrd="0" destOrd="0" parTransId="{56ED6D04-F6F3-448F-BDB3-D80CF9D517AF}" sibTransId="{0062FC03-F66F-47E7-95DA-8B92ED944B9F}"/>
    <dgm:cxn modelId="{34428CCD-632E-41A1-A3A5-ACD3B08A70F0}" type="presOf" srcId="{171371AD-F24D-47D5-99F3-23529DEF273B}" destId="{E05BAFC2-DFE4-4F86-8DFB-848B2C612EBC}" srcOrd="0" destOrd="4" presId="urn:microsoft.com/office/officeart/2005/8/layout/vList2"/>
    <dgm:cxn modelId="{77F3B6D6-060C-4AAC-81A0-F7D6B2991148}" type="presOf" srcId="{935D7A69-FB68-4CB9-94F7-C23C6DEB1A89}" destId="{E05BAFC2-DFE4-4F86-8DFB-848B2C612EBC}" srcOrd="0" destOrd="2" presId="urn:microsoft.com/office/officeart/2005/8/layout/vList2"/>
    <dgm:cxn modelId="{9AE73FE3-2B0A-4770-9D5C-8CDDA7A1A7DA}" srcId="{35552DB9-EA74-4E91-8F64-90D7371C6A02}" destId="{6975E74C-101E-4951-9AF3-AFEB20D9AB46}" srcOrd="0" destOrd="0" parTransId="{D4EA77CD-F3E7-412E-9749-D98B6567CA98}" sibTransId="{1697819E-231C-4E18-B5FC-67A0D464A6AF}"/>
    <dgm:cxn modelId="{9D0128F3-DB5F-46C1-9FB6-89EEE277CCA7}" type="presParOf" srcId="{67804023-455A-4B60-B1C8-5A32786908F2}" destId="{C77FDA21-3F5C-4509-8D9B-83CECB953FDD}" srcOrd="0" destOrd="0" presId="urn:microsoft.com/office/officeart/2005/8/layout/vList2"/>
    <dgm:cxn modelId="{9995D3AA-D41B-4ACA-8ED9-E2B93D90F089}" type="presParOf" srcId="{67804023-455A-4B60-B1C8-5A32786908F2}" destId="{DA434990-18E8-4113-B6BE-48F3D700A68B}" srcOrd="1" destOrd="0" presId="urn:microsoft.com/office/officeart/2005/8/layout/vList2"/>
    <dgm:cxn modelId="{B55ECB84-A2D6-4EEA-AD9B-062E999F19D5}" type="presParOf" srcId="{67804023-455A-4B60-B1C8-5A32786908F2}" destId="{0F562991-9B3F-4C12-9751-B6743DC8746A}" srcOrd="2" destOrd="0" presId="urn:microsoft.com/office/officeart/2005/8/layout/vList2"/>
    <dgm:cxn modelId="{55B5F5F8-EB0C-42CF-A153-5CB7FF4A822C}" type="presParOf" srcId="{67804023-455A-4B60-B1C8-5A32786908F2}" destId="{E05BAFC2-DFE4-4F86-8DFB-848B2C612EB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34FAFE-4AE1-4339-974D-E6DCCBD014ED}">
      <dsp:nvSpPr>
        <dsp:cNvPr id="0" name=""/>
        <dsp:cNvSpPr/>
      </dsp:nvSpPr>
      <dsp:spPr>
        <a:xfrm>
          <a:off x="2610852" y="1253416"/>
          <a:ext cx="1847197" cy="3205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293"/>
              </a:lnTo>
              <a:lnTo>
                <a:pt x="1847197" y="160293"/>
              </a:lnTo>
              <a:lnTo>
                <a:pt x="1847197" y="32058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49316D-F44B-41EF-859F-6296EAE303F3}">
      <dsp:nvSpPr>
        <dsp:cNvPr id="0" name=""/>
        <dsp:cNvSpPr/>
      </dsp:nvSpPr>
      <dsp:spPr>
        <a:xfrm>
          <a:off x="2565132" y="1253416"/>
          <a:ext cx="91440" cy="32058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058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792C88-08F5-4B80-A6AB-5EC26BE1497E}">
      <dsp:nvSpPr>
        <dsp:cNvPr id="0" name=""/>
        <dsp:cNvSpPr/>
      </dsp:nvSpPr>
      <dsp:spPr>
        <a:xfrm>
          <a:off x="763655" y="1253416"/>
          <a:ext cx="1847197" cy="320587"/>
        </a:xfrm>
        <a:custGeom>
          <a:avLst/>
          <a:gdLst/>
          <a:ahLst/>
          <a:cxnLst/>
          <a:rect l="0" t="0" r="0" b="0"/>
          <a:pathLst>
            <a:path>
              <a:moveTo>
                <a:pt x="1847197" y="0"/>
              </a:moveTo>
              <a:lnTo>
                <a:pt x="1847197" y="160293"/>
              </a:lnTo>
              <a:lnTo>
                <a:pt x="0" y="160293"/>
              </a:lnTo>
              <a:lnTo>
                <a:pt x="0" y="32058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569FA9-8356-4054-B970-7715E1866D42}">
      <dsp:nvSpPr>
        <dsp:cNvPr id="0" name=""/>
        <dsp:cNvSpPr/>
      </dsp:nvSpPr>
      <dsp:spPr>
        <a:xfrm>
          <a:off x="1847547" y="490111"/>
          <a:ext cx="1526609" cy="7633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Mail transfer phrases</a:t>
          </a:r>
        </a:p>
      </dsp:txBody>
      <dsp:txXfrm>
        <a:off x="1847547" y="490111"/>
        <a:ext cx="1526609" cy="763304"/>
      </dsp:txXfrm>
    </dsp:sp>
    <dsp:sp modelId="{2DAC15DD-32B4-458D-8526-D38AF40737CD}">
      <dsp:nvSpPr>
        <dsp:cNvPr id="0" name=""/>
        <dsp:cNvSpPr/>
      </dsp:nvSpPr>
      <dsp:spPr>
        <a:xfrm>
          <a:off x="350" y="1574004"/>
          <a:ext cx="1526609" cy="7633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Connection Establishment</a:t>
          </a:r>
        </a:p>
      </dsp:txBody>
      <dsp:txXfrm>
        <a:off x="350" y="1574004"/>
        <a:ext cx="1526609" cy="763304"/>
      </dsp:txXfrm>
    </dsp:sp>
    <dsp:sp modelId="{8CFF3192-FA69-4DD0-8284-2A61AAFE1154}">
      <dsp:nvSpPr>
        <dsp:cNvPr id="0" name=""/>
        <dsp:cNvSpPr/>
      </dsp:nvSpPr>
      <dsp:spPr>
        <a:xfrm>
          <a:off x="1847547" y="1574004"/>
          <a:ext cx="1526609" cy="7633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Data Transfer</a:t>
          </a:r>
        </a:p>
      </dsp:txBody>
      <dsp:txXfrm>
        <a:off x="1847547" y="1574004"/>
        <a:ext cx="1526609" cy="763304"/>
      </dsp:txXfrm>
    </dsp:sp>
    <dsp:sp modelId="{56FEC2E1-A21D-41C8-B744-A91E97093763}">
      <dsp:nvSpPr>
        <dsp:cNvPr id="0" name=""/>
        <dsp:cNvSpPr/>
      </dsp:nvSpPr>
      <dsp:spPr>
        <a:xfrm>
          <a:off x="3694745" y="1574004"/>
          <a:ext cx="1526609" cy="7633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Connection Termination</a:t>
          </a:r>
        </a:p>
      </dsp:txBody>
      <dsp:txXfrm>
        <a:off x="3694745" y="1574004"/>
        <a:ext cx="1526609" cy="7633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64F517-8A5E-4996-B4C5-F3489CBEF50F}">
      <dsp:nvSpPr>
        <dsp:cNvPr id="0" name=""/>
        <dsp:cNvSpPr/>
      </dsp:nvSpPr>
      <dsp:spPr>
        <a:xfrm rot="5400000">
          <a:off x="-188902" y="189586"/>
          <a:ext cx="1259351" cy="8815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Step 1:</a:t>
          </a:r>
          <a:endParaRPr lang="en-IN" sz="2300" kern="1200" dirty="0"/>
        </a:p>
      </dsp:txBody>
      <dsp:txXfrm rot="-5400000">
        <a:off x="2" y="441456"/>
        <a:ext cx="881545" cy="377806"/>
      </dsp:txXfrm>
    </dsp:sp>
    <dsp:sp modelId="{38E2F8B9-67BE-484C-BBD4-100EBDBF7E72}">
      <dsp:nvSpPr>
        <dsp:cNvPr id="0" name=""/>
        <dsp:cNvSpPr/>
      </dsp:nvSpPr>
      <dsp:spPr>
        <a:xfrm rot="5400000">
          <a:off x="5981099" y="-5098870"/>
          <a:ext cx="818578" cy="1101768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500" kern="1200" dirty="0"/>
            <a:t>The </a:t>
          </a:r>
          <a:r>
            <a:rPr lang="en-US" sz="2500" b="1" kern="1200" dirty="0"/>
            <a:t>SMTP server</a:t>
          </a:r>
          <a:r>
            <a:rPr lang="en-US" sz="2500" kern="1200" dirty="0"/>
            <a:t> sends code </a:t>
          </a:r>
          <a:r>
            <a:rPr lang="en-US" sz="2500" b="1" kern="1200" dirty="0"/>
            <a:t>220</a:t>
          </a:r>
          <a:r>
            <a:rPr lang="en-US" sz="2500" kern="1200" dirty="0"/>
            <a:t> (service ready) to indicate it is ready to receive mail. If unavailable, it sends code </a:t>
          </a:r>
          <a:r>
            <a:rPr lang="en-US" sz="2500" b="1" kern="1200" dirty="0"/>
            <a:t>421</a:t>
          </a:r>
          <a:r>
            <a:rPr lang="en-US" sz="2500" kern="1200" dirty="0"/>
            <a:t> (service not available).</a:t>
          </a:r>
          <a:endParaRPr lang="en-IN" sz="2500" kern="1200" dirty="0"/>
        </a:p>
      </dsp:txBody>
      <dsp:txXfrm rot="-5400000">
        <a:off x="881545" y="40644"/>
        <a:ext cx="10977726" cy="738658"/>
      </dsp:txXfrm>
    </dsp:sp>
    <dsp:sp modelId="{21E69554-F89A-4C12-9491-777F2AF32467}">
      <dsp:nvSpPr>
        <dsp:cNvPr id="0" name=""/>
        <dsp:cNvSpPr/>
      </dsp:nvSpPr>
      <dsp:spPr>
        <a:xfrm rot="5400000">
          <a:off x="-188902" y="1249365"/>
          <a:ext cx="1259351" cy="8815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Step </a:t>
          </a:r>
          <a:r>
            <a:rPr lang="en-US" sz="2300" b="1" kern="1200"/>
            <a:t>2:</a:t>
          </a:r>
          <a:endParaRPr lang="en-IN" sz="2300" kern="1200" dirty="0"/>
        </a:p>
      </dsp:txBody>
      <dsp:txXfrm rot="-5400000">
        <a:off x="2" y="1501235"/>
        <a:ext cx="881545" cy="377806"/>
      </dsp:txXfrm>
    </dsp:sp>
    <dsp:sp modelId="{67A44AE5-7DC6-4189-8E11-037E4C7B315F}">
      <dsp:nvSpPr>
        <dsp:cNvPr id="0" name=""/>
        <dsp:cNvSpPr/>
      </dsp:nvSpPr>
      <dsp:spPr>
        <a:xfrm rot="5400000">
          <a:off x="5981099" y="-4039091"/>
          <a:ext cx="818578" cy="1101768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500" kern="1200" dirty="0"/>
            <a:t>The </a:t>
          </a:r>
          <a:r>
            <a:rPr lang="en-US" sz="2500" b="1" kern="1200" dirty="0"/>
            <a:t>SMTP client</a:t>
          </a:r>
          <a:r>
            <a:rPr lang="en-US" sz="2500" kern="1200" dirty="0"/>
            <a:t> sends a </a:t>
          </a:r>
          <a:r>
            <a:rPr lang="en-US" sz="2500" b="1" kern="1200" dirty="0"/>
            <a:t>HELO</a:t>
          </a:r>
          <a:r>
            <a:rPr lang="en-US" sz="2500" kern="1200" dirty="0"/>
            <a:t> message along with its domain name to introduce itself to the server.</a:t>
          </a:r>
          <a:endParaRPr lang="en-IN" sz="2500" kern="1200" dirty="0"/>
        </a:p>
      </dsp:txBody>
      <dsp:txXfrm rot="-5400000">
        <a:off x="881545" y="1100423"/>
        <a:ext cx="10977726" cy="738658"/>
      </dsp:txXfrm>
    </dsp:sp>
    <dsp:sp modelId="{6E1447F7-DC59-44C2-9041-4ACA9D1251BB}">
      <dsp:nvSpPr>
        <dsp:cNvPr id="0" name=""/>
        <dsp:cNvSpPr/>
      </dsp:nvSpPr>
      <dsp:spPr>
        <a:xfrm rot="5400000">
          <a:off x="-188902" y="2309144"/>
          <a:ext cx="1259351" cy="88154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Step 3:</a:t>
          </a:r>
          <a:endParaRPr lang="en-IN" sz="2300" kern="1200" dirty="0"/>
        </a:p>
      </dsp:txBody>
      <dsp:txXfrm rot="-5400000">
        <a:off x="2" y="2561014"/>
        <a:ext cx="881545" cy="377806"/>
      </dsp:txXfrm>
    </dsp:sp>
    <dsp:sp modelId="{0A2A6C74-7B76-44DB-B128-DD5D4E7EFF69}">
      <dsp:nvSpPr>
        <dsp:cNvPr id="0" name=""/>
        <dsp:cNvSpPr/>
      </dsp:nvSpPr>
      <dsp:spPr>
        <a:xfrm rot="5400000">
          <a:off x="5981099" y="-2979311"/>
          <a:ext cx="818578" cy="1101768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500" kern="1200" dirty="0"/>
            <a:t>The </a:t>
          </a:r>
          <a:r>
            <a:rPr lang="en-US" sz="2500" b="1" kern="1200" dirty="0"/>
            <a:t>server responds</a:t>
          </a:r>
          <a:r>
            <a:rPr lang="en-US" sz="2500" kern="1200" dirty="0"/>
            <a:t> with code </a:t>
          </a:r>
          <a:r>
            <a:rPr lang="en-US" sz="2500" b="1" kern="1200" dirty="0"/>
            <a:t>250</a:t>
          </a:r>
          <a:r>
            <a:rPr lang="en-US" sz="2500" kern="1200" dirty="0"/>
            <a:t> (request completed successfully) or another status code depending on the situation.</a:t>
          </a:r>
          <a:endParaRPr lang="en-IN" sz="2500" kern="1200" dirty="0"/>
        </a:p>
      </dsp:txBody>
      <dsp:txXfrm rot="-5400000">
        <a:off x="881545" y="2160203"/>
        <a:ext cx="10977726" cy="7386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515B8A-A10A-49DA-8BEB-E36853C30B0F}">
      <dsp:nvSpPr>
        <dsp:cNvPr id="0" name=""/>
        <dsp:cNvSpPr/>
      </dsp:nvSpPr>
      <dsp:spPr>
        <a:xfrm rot="5400000">
          <a:off x="-109914" y="113057"/>
          <a:ext cx="732762" cy="5129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rial" panose="020B0604020202020204" pitchFamily="34" charset="0"/>
              <a:cs typeface="Arial" panose="020B0604020202020204" pitchFamily="34" charset="0"/>
            </a:rPr>
            <a:t>Step 1:</a:t>
          </a:r>
          <a:r>
            <a:rPr lang="en-US" sz="14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259610"/>
        <a:ext cx="512933" cy="219829"/>
      </dsp:txXfrm>
    </dsp:sp>
    <dsp:sp modelId="{59FC0FDA-E6A9-4A24-9265-F91E65221ACA}">
      <dsp:nvSpPr>
        <dsp:cNvPr id="0" name=""/>
        <dsp:cNvSpPr/>
      </dsp:nvSpPr>
      <dsp:spPr>
        <a:xfrm rot="5400000">
          <a:off x="4044169" y="-3528092"/>
          <a:ext cx="476546" cy="75390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Client sends 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MAIL FROM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to introduce the sender’s address (used for error reporting).</a:t>
          </a:r>
          <a:endParaRPr lang="en-IN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512934" y="26406"/>
        <a:ext cx="7515754" cy="430020"/>
      </dsp:txXfrm>
    </dsp:sp>
    <dsp:sp modelId="{254C8807-C663-4E54-B062-D67B1026CAFE}">
      <dsp:nvSpPr>
        <dsp:cNvPr id="0" name=""/>
        <dsp:cNvSpPr/>
      </dsp:nvSpPr>
      <dsp:spPr>
        <a:xfrm rot="5400000">
          <a:off x="-109914" y="772523"/>
          <a:ext cx="732762" cy="5129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rial" panose="020B0604020202020204" pitchFamily="34" charset="0"/>
              <a:cs typeface="Arial" panose="020B0604020202020204" pitchFamily="34" charset="0"/>
            </a:rPr>
            <a:t>Step 2:</a:t>
          </a:r>
          <a:r>
            <a:rPr lang="en-US" sz="14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919076"/>
        <a:ext cx="512933" cy="219829"/>
      </dsp:txXfrm>
    </dsp:sp>
    <dsp:sp modelId="{5A5075B0-74C8-44BB-8BAB-DA6A8DBA5BC1}">
      <dsp:nvSpPr>
        <dsp:cNvPr id="0" name=""/>
        <dsp:cNvSpPr/>
      </dsp:nvSpPr>
      <dsp:spPr>
        <a:xfrm rot="5400000">
          <a:off x="4044294" y="-2868751"/>
          <a:ext cx="476295" cy="75390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Server responds with </a:t>
          </a:r>
          <a:r>
            <a:rPr lang="en-US" sz="1600" b="1" kern="1200">
              <a:latin typeface="Arial" panose="020B0604020202020204" pitchFamily="34" charset="0"/>
              <a:cs typeface="Arial" panose="020B0604020202020204" pitchFamily="34" charset="0"/>
            </a:rPr>
            <a:t>250 (OK)</a:t>
          </a: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 to confirm.</a:t>
          </a:r>
          <a:endParaRPr lang="en-IN" sz="1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512934" y="685860"/>
        <a:ext cx="7515766" cy="429793"/>
      </dsp:txXfrm>
    </dsp:sp>
    <dsp:sp modelId="{610EF068-7FBE-483C-B52D-B130D988FE07}">
      <dsp:nvSpPr>
        <dsp:cNvPr id="0" name=""/>
        <dsp:cNvSpPr/>
      </dsp:nvSpPr>
      <dsp:spPr>
        <a:xfrm rot="5400000">
          <a:off x="-109914" y="1431989"/>
          <a:ext cx="732762" cy="5129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rial" panose="020B0604020202020204" pitchFamily="34" charset="0"/>
              <a:cs typeface="Arial" panose="020B0604020202020204" pitchFamily="34" charset="0"/>
            </a:rPr>
            <a:t>Step 3:</a:t>
          </a:r>
          <a:r>
            <a:rPr lang="en-US" sz="14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1578542"/>
        <a:ext cx="512933" cy="219829"/>
      </dsp:txXfrm>
    </dsp:sp>
    <dsp:sp modelId="{79E7F136-9194-4929-97B2-95E7481FE3F9}">
      <dsp:nvSpPr>
        <dsp:cNvPr id="0" name=""/>
        <dsp:cNvSpPr/>
      </dsp:nvSpPr>
      <dsp:spPr>
        <a:xfrm rot="5400000">
          <a:off x="4044294" y="-2209285"/>
          <a:ext cx="476295" cy="75390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Client sends 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RCPT TO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with the recipient’s address.</a:t>
          </a:r>
          <a:endParaRPr lang="en-IN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512934" y="1345326"/>
        <a:ext cx="7515766" cy="429793"/>
      </dsp:txXfrm>
    </dsp:sp>
    <dsp:sp modelId="{DDDD1BD4-C8B4-442C-8D5F-67B3CA461858}">
      <dsp:nvSpPr>
        <dsp:cNvPr id="0" name=""/>
        <dsp:cNvSpPr/>
      </dsp:nvSpPr>
      <dsp:spPr>
        <a:xfrm rot="5400000">
          <a:off x="-109914" y="2091456"/>
          <a:ext cx="732762" cy="5129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rial" panose="020B0604020202020204" pitchFamily="34" charset="0"/>
              <a:cs typeface="Arial" panose="020B0604020202020204" pitchFamily="34" charset="0"/>
            </a:rPr>
            <a:t>Step 4:</a:t>
          </a:r>
          <a:r>
            <a:rPr lang="en-US" sz="14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2238009"/>
        <a:ext cx="512933" cy="219829"/>
      </dsp:txXfrm>
    </dsp:sp>
    <dsp:sp modelId="{7D12970C-D0FF-4FA5-821D-F3B5BE18A1E0}">
      <dsp:nvSpPr>
        <dsp:cNvPr id="0" name=""/>
        <dsp:cNvSpPr/>
      </dsp:nvSpPr>
      <dsp:spPr>
        <a:xfrm rot="5400000">
          <a:off x="4044294" y="-1549819"/>
          <a:ext cx="476295" cy="75390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Server responds with </a:t>
          </a:r>
          <a:r>
            <a:rPr lang="en-US" sz="1600" b="1" kern="1200">
              <a:latin typeface="Arial" panose="020B0604020202020204" pitchFamily="34" charset="0"/>
              <a:cs typeface="Arial" panose="020B0604020202020204" pitchFamily="34" charset="0"/>
            </a:rPr>
            <a:t>250 (OK)</a:t>
          </a: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 to confirm (repeated for multiple recipients).</a:t>
          </a:r>
          <a:endParaRPr lang="en-IN" sz="1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512934" y="2004792"/>
        <a:ext cx="7515766" cy="429793"/>
      </dsp:txXfrm>
    </dsp:sp>
    <dsp:sp modelId="{D93EAB9F-1E66-4AD8-90B5-4E1A962BEFAA}">
      <dsp:nvSpPr>
        <dsp:cNvPr id="0" name=""/>
        <dsp:cNvSpPr/>
      </dsp:nvSpPr>
      <dsp:spPr>
        <a:xfrm rot="5400000">
          <a:off x="-109914" y="2750922"/>
          <a:ext cx="732762" cy="5129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rial" panose="020B0604020202020204" pitchFamily="34" charset="0"/>
              <a:cs typeface="Arial" panose="020B0604020202020204" pitchFamily="34" charset="0"/>
            </a:rPr>
            <a:t>Step 5:</a:t>
          </a:r>
          <a:r>
            <a:rPr lang="en-US" sz="14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2897475"/>
        <a:ext cx="512933" cy="219829"/>
      </dsp:txXfrm>
    </dsp:sp>
    <dsp:sp modelId="{AFAC64BF-6073-4010-938B-9F5CE2059780}">
      <dsp:nvSpPr>
        <dsp:cNvPr id="0" name=""/>
        <dsp:cNvSpPr/>
      </dsp:nvSpPr>
      <dsp:spPr>
        <a:xfrm rot="5400000">
          <a:off x="4044294" y="-890352"/>
          <a:ext cx="476295" cy="75390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Client sends 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DATA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command to start message transfer.</a:t>
          </a:r>
          <a:endParaRPr lang="en-IN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512934" y="2664259"/>
        <a:ext cx="7515766" cy="429793"/>
      </dsp:txXfrm>
    </dsp:sp>
    <dsp:sp modelId="{FA0E66ED-2DD7-48A7-8010-FF9443679EBE}">
      <dsp:nvSpPr>
        <dsp:cNvPr id="0" name=""/>
        <dsp:cNvSpPr/>
      </dsp:nvSpPr>
      <dsp:spPr>
        <a:xfrm rot="5400000">
          <a:off x="-109914" y="3410388"/>
          <a:ext cx="732762" cy="5129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rial" panose="020B0604020202020204" pitchFamily="34" charset="0"/>
              <a:cs typeface="Arial" panose="020B0604020202020204" pitchFamily="34" charset="0"/>
            </a:rPr>
            <a:t>Step 6:</a:t>
          </a:r>
          <a:r>
            <a:rPr lang="en-US" sz="14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3556941"/>
        <a:ext cx="512933" cy="219829"/>
      </dsp:txXfrm>
    </dsp:sp>
    <dsp:sp modelId="{CDD2068F-B539-490B-AB1F-4544040ACDAA}">
      <dsp:nvSpPr>
        <dsp:cNvPr id="0" name=""/>
        <dsp:cNvSpPr/>
      </dsp:nvSpPr>
      <dsp:spPr>
        <a:xfrm rot="5400000">
          <a:off x="4044294" y="-230886"/>
          <a:ext cx="476295" cy="75390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Server responds with </a:t>
          </a:r>
          <a:r>
            <a:rPr lang="en-US" sz="1600" b="1" kern="1200">
              <a:latin typeface="Arial" panose="020B0604020202020204" pitchFamily="34" charset="0"/>
              <a:cs typeface="Arial" panose="020B0604020202020204" pitchFamily="34" charset="0"/>
            </a:rPr>
            <a:t>354 (Start mail input)</a:t>
          </a: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 indicating readiness.</a:t>
          </a:r>
          <a:endParaRPr lang="en-IN" sz="1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512934" y="3323725"/>
        <a:ext cx="7515766" cy="429793"/>
      </dsp:txXfrm>
    </dsp:sp>
    <dsp:sp modelId="{07975D63-4037-4C46-A066-9855638EE209}">
      <dsp:nvSpPr>
        <dsp:cNvPr id="0" name=""/>
        <dsp:cNvSpPr/>
      </dsp:nvSpPr>
      <dsp:spPr>
        <a:xfrm rot="5400000">
          <a:off x="-109914" y="4069854"/>
          <a:ext cx="732762" cy="5129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rial" panose="020B0604020202020204" pitchFamily="34" charset="0"/>
              <a:cs typeface="Arial" panose="020B0604020202020204" pitchFamily="34" charset="0"/>
            </a:rPr>
            <a:t>Step 7:</a:t>
          </a:r>
          <a:r>
            <a:rPr lang="en-US" sz="14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4216407"/>
        <a:ext cx="512933" cy="219829"/>
      </dsp:txXfrm>
    </dsp:sp>
    <dsp:sp modelId="{8C1D66A3-4DB6-498D-BD44-A32AE56C9CB3}">
      <dsp:nvSpPr>
        <dsp:cNvPr id="0" name=""/>
        <dsp:cNvSpPr/>
      </dsp:nvSpPr>
      <dsp:spPr>
        <a:xfrm rot="5400000">
          <a:off x="4044294" y="428579"/>
          <a:ext cx="476295" cy="75390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Client sends the </a:t>
          </a:r>
          <a:r>
            <a:rPr lang="en-US" sz="1600" b="1" kern="1200">
              <a:latin typeface="Arial" panose="020B0604020202020204" pitchFamily="34" charset="0"/>
              <a:cs typeface="Arial" panose="020B0604020202020204" pitchFamily="34" charset="0"/>
            </a:rPr>
            <a:t>message content</a:t>
          </a:r>
          <a:r>
            <a:rPr lang="en-US" sz="1600" kern="1200">
              <a:latin typeface="Arial" panose="020B0604020202020204" pitchFamily="34" charset="0"/>
              <a:cs typeface="Arial" panose="020B0604020202020204" pitchFamily="34" charset="0"/>
            </a:rPr>
            <a:t> line by line, ending with a single period (.) on a separate line.</a:t>
          </a:r>
          <a:endParaRPr lang="en-IN" sz="16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512934" y="3983191"/>
        <a:ext cx="7515766" cy="429793"/>
      </dsp:txXfrm>
    </dsp:sp>
    <dsp:sp modelId="{86CC60D4-05B5-43D7-B57D-B080CE0805C9}">
      <dsp:nvSpPr>
        <dsp:cNvPr id="0" name=""/>
        <dsp:cNvSpPr/>
      </dsp:nvSpPr>
      <dsp:spPr>
        <a:xfrm rot="5400000">
          <a:off x="-109914" y="4729320"/>
          <a:ext cx="732762" cy="5129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rial" panose="020B0604020202020204" pitchFamily="34" charset="0"/>
              <a:cs typeface="Arial" panose="020B0604020202020204" pitchFamily="34" charset="0"/>
            </a:rPr>
            <a:t>Step 8:</a:t>
          </a:r>
          <a:r>
            <a:rPr lang="en-US" sz="140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IN" sz="14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" y="4875873"/>
        <a:ext cx="512933" cy="219829"/>
      </dsp:txXfrm>
    </dsp:sp>
    <dsp:sp modelId="{39A0014B-679B-4B33-A6FE-414667D6569C}">
      <dsp:nvSpPr>
        <dsp:cNvPr id="0" name=""/>
        <dsp:cNvSpPr/>
      </dsp:nvSpPr>
      <dsp:spPr>
        <a:xfrm rot="5400000">
          <a:off x="4044294" y="1088045"/>
          <a:ext cx="476295" cy="753901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Server responds with 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250 (OK)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to confirm successful delivery.</a:t>
          </a:r>
          <a:endParaRPr lang="en-IN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512934" y="4642657"/>
        <a:ext cx="7515766" cy="4297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4555B-81D8-4E29-A2A1-B86767B48553}">
      <dsp:nvSpPr>
        <dsp:cNvPr id="0" name=""/>
        <dsp:cNvSpPr/>
      </dsp:nvSpPr>
      <dsp:spPr>
        <a:xfrm rot="5400000">
          <a:off x="-148796" y="148900"/>
          <a:ext cx="991979" cy="6943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Step 1:</a:t>
          </a:r>
          <a:r>
            <a:rPr lang="en-US" sz="1800" kern="1200"/>
            <a:t> </a:t>
          </a:r>
          <a:endParaRPr lang="en-IN" sz="1800" kern="1200"/>
        </a:p>
      </dsp:txBody>
      <dsp:txXfrm rot="-5400000">
        <a:off x="2" y="347296"/>
        <a:ext cx="694385" cy="297594"/>
      </dsp:txXfrm>
    </dsp:sp>
    <dsp:sp modelId="{ABC2AFD0-CB37-49B2-B808-6A2A7BEFE217}">
      <dsp:nvSpPr>
        <dsp:cNvPr id="0" name=""/>
        <dsp:cNvSpPr/>
      </dsp:nvSpPr>
      <dsp:spPr>
        <a:xfrm rot="5400000">
          <a:off x="4290431" y="-3595941"/>
          <a:ext cx="644786" cy="783687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The </a:t>
          </a:r>
          <a:r>
            <a:rPr lang="en-US" sz="1900" b="1" kern="1200"/>
            <a:t>client sends QUIT</a:t>
          </a:r>
          <a:r>
            <a:rPr lang="en-US" sz="1900" kern="1200"/>
            <a:t> command to indicate the end of communication.</a:t>
          </a:r>
          <a:endParaRPr lang="en-IN" sz="1900" kern="1200"/>
        </a:p>
      </dsp:txBody>
      <dsp:txXfrm rot="-5400000">
        <a:off x="694385" y="31581"/>
        <a:ext cx="7805402" cy="581834"/>
      </dsp:txXfrm>
    </dsp:sp>
    <dsp:sp modelId="{43E9E50B-821E-401D-AE32-CF32EDCD36E8}">
      <dsp:nvSpPr>
        <dsp:cNvPr id="0" name=""/>
        <dsp:cNvSpPr/>
      </dsp:nvSpPr>
      <dsp:spPr>
        <a:xfrm rot="5400000">
          <a:off x="-148796" y="932564"/>
          <a:ext cx="991979" cy="69438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Step 2:</a:t>
          </a:r>
          <a:r>
            <a:rPr lang="en-US" sz="1800" kern="1200"/>
            <a:t> </a:t>
          </a:r>
          <a:endParaRPr lang="en-IN" sz="1800" kern="1200"/>
        </a:p>
      </dsp:txBody>
      <dsp:txXfrm rot="-5400000">
        <a:off x="2" y="1130960"/>
        <a:ext cx="694385" cy="297594"/>
      </dsp:txXfrm>
    </dsp:sp>
    <dsp:sp modelId="{484BC004-B390-48F4-AE37-8026D520917C}">
      <dsp:nvSpPr>
        <dsp:cNvPr id="0" name=""/>
        <dsp:cNvSpPr/>
      </dsp:nvSpPr>
      <dsp:spPr>
        <a:xfrm rot="5400000">
          <a:off x="4290431" y="-2812278"/>
          <a:ext cx="644786" cy="783687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The </a:t>
          </a:r>
          <a:r>
            <a:rPr lang="en-US" sz="1900" b="1" kern="1200" dirty="0"/>
            <a:t>server responds with code 221</a:t>
          </a:r>
          <a:r>
            <a:rPr lang="en-US" sz="1900" kern="1200" dirty="0"/>
            <a:t> (service closing) or another appropriate code, confirming the termination.</a:t>
          </a:r>
          <a:endParaRPr lang="en-IN" sz="1900" kern="1200" dirty="0"/>
        </a:p>
      </dsp:txBody>
      <dsp:txXfrm rot="-5400000">
        <a:off x="694385" y="815244"/>
        <a:ext cx="7805402" cy="5818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1BF0B-4234-477E-A752-11A986DBD636}">
      <dsp:nvSpPr>
        <dsp:cNvPr id="0" name=""/>
        <dsp:cNvSpPr/>
      </dsp:nvSpPr>
      <dsp:spPr>
        <a:xfrm>
          <a:off x="0" y="40336"/>
          <a:ext cx="8620764" cy="820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Modes of Operation:</a:t>
          </a:r>
          <a:endParaRPr lang="en-IN" sz="1900" kern="1200" dirty="0"/>
        </a:p>
      </dsp:txBody>
      <dsp:txXfrm>
        <a:off x="0" y="40336"/>
        <a:ext cx="8620764" cy="547200"/>
      </dsp:txXfrm>
    </dsp:sp>
    <dsp:sp modelId="{6DDEFAE5-0B1A-462C-A9CB-34E901A44CB5}">
      <dsp:nvSpPr>
        <dsp:cNvPr id="0" name=""/>
        <dsp:cNvSpPr/>
      </dsp:nvSpPr>
      <dsp:spPr>
        <a:xfrm>
          <a:off x="1765698" y="587536"/>
          <a:ext cx="8620764" cy="2120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Delete Mode:</a:t>
          </a:r>
          <a:r>
            <a:rPr lang="en-US" sz="1900" kern="1200" dirty="0"/>
            <a:t> Emails are deleted from the server after downloading.</a:t>
          </a:r>
          <a:endParaRPr lang="en-IN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Best for users working from their </a:t>
          </a:r>
          <a:r>
            <a:rPr lang="en-US" sz="1900" b="1" kern="1200"/>
            <a:t>primary computer</a:t>
          </a:r>
          <a:r>
            <a:rPr lang="en-US" sz="1900" kern="1200"/>
            <a:t> where they save and organize mail locally.</a:t>
          </a:r>
          <a:endParaRPr lang="en-IN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Keep Mode:</a:t>
          </a:r>
          <a:r>
            <a:rPr lang="en-US" sz="1900" kern="1200" dirty="0"/>
            <a:t> Emails remain on the server even after downloading.</a:t>
          </a:r>
          <a:endParaRPr lang="en-IN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Useful for users who need to access their email from </a:t>
          </a:r>
          <a:r>
            <a:rPr lang="en-US" sz="1900" b="1" kern="1200"/>
            <a:t>multiple devices</a:t>
          </a:r>
          <a:r>
            <a:rPr lang="en-US" sz="1900" kern="1200"/>
            <a:t> or a temporary location (like a laptop).</a:t>
          </a:r>
          <a:endParaRPr lang="en-IN" sz="1900" kern="1200"/>
        </a:p>
      </dsp:txBody>
      <dsp:txXfrm>
        <a:off x="1827802" y="649640"/>
        <a:ext cx="8496556" cy="19961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9615B8-7CBE-4EB9-99DC-BCA1189AB989}">
      <dsp:nvSpPr>
        <dsp:cNvPr id="0" name=""/>
        <dsp:cNvSpPr/>
      </dsp:nvSpPr>
      <dsp:spPr>
        <a:xfrm>
          <a:off x="709865" y="121"/>
          <a:ext cx="2182415" cy="1309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Client Request</a:t>
          </a:r>
          <a:endParaRPr lang="en-IN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POP3 client on the user’s computer opens a connection to the mail server on </a:t>
          </a:r>
          <a:r>
            <a:rPr lang="en-US" sz="1400" b="1" kern="1200" dirty="0"/>
            <a:t>TCP port 110</a:t>
          </a:r>
          <a:r>
            <a:rPr lang="en-US" sz="1400" kern="1200" dirty="0"/>
            <a:t>.</a:t>
          </a:r>
          <a:endParaRPr lang="en-IN" sz="1400" kern="1200" dirty="0"/>
        </a:p>
      </dsp:txBody>
      <dsp:txXfrm>
        <a:off x="748217" y="38473"/>
        <a:ext cx="2105711" cy="1232745"/>
      </dsp:txXfrm>
    </dsp:sp>
    <dsp:sp modelId="{3461BB45-B29E-4BA4-B7C3-471AE47D4563}">
      <dsp:nvSpPr>
        <dsp:cNvPr id="0" name=""/>
        <dsp:cNvSpPr/>
      </dsp:nvSpPr>
      <dsp:spPr>
        <a:xfrm rot="21599880">
          <a:off x="3153155" y="384168"/>
          <a:ext cx="628470" cy="5412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300" kern="1200"/>
        </a:p>
      </dsp:txBody>
      <dsp:txXfrm>
        <a:off x="3153155" y="492419"/>
        <a:ext cx="466098" cy="324743"/>
      </dsp:txXfrm>
    </dsp:sp>
    <dsp:sp modelId="{A0D0E4ED-E47D-4D11-99F8-A5CD5664A272}">
      <dsp:nvSpPr>
        <dsp:cNvPr id="0" name=""/>
        <dsp:cNvSpPr/>
      </dsp:nvSpPr>
      <dsp:spPr>
        <a:xfrm>
          <a:off x="4078074" y="3"/>
          <a:ext cx="2182415" cy="1309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Authentication:</a:t>
          </a:r>
          <a:endParaRPr lang="en-IN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client sends the </a:t>
          </a:r>
          <a:r>
            <a:rPr lang="en-US" sz="1400" b="1" kern="1200" dirty="0"/>
            <a:t>username and password</a:t>
          </a:r>
          <a:r>
            <a:rPr lang="en-US" sz="1400" kern="1200" dirty="0"/>
            <a:t> to log in and access the user’s mailbox.</a:t>
          </a:r>
          <a:endParaRPr lang="en-IN" sz="1400" kern="1200" dirty="0"/>
        </a:p>
      </dsp:txBody>
      <dsp:txXfrm>
        <a:off x="4116426" y="38355"/>
        <a:ext cx="2105711" cy="1232745"/>
      </dsp:txXfrm>
    </dsp:sp>
    <dsp:sp modelId="{29147B1C-F8D9-4BFD-B9E4-D2118FBEBEE7}">
      <dsp:nvSpPr>
        <dsp:cNvPr id="0" name=""/>
        <dsp:cNvSpPr/>
      </dsp:nvSpPr>
      <dsp:spPr>
        <a:xfrm rot="5400000">
          <a:off x="4931537" y="1473951"/>
          <a:ext cx="475490" cy="5412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300" kern="1200"/>
        </a:p>
      </dsp:txBody>
      <dsp:txXfrm rot="-5400000">
        <a:off x="5006911" y="1506826"/>
        <a:ext cx="324743" cy="332843"/>
      </dsp:txXfrm>
    </dsp:sp>
    <dsp:sp modelId="{7B648B97-6B3F-47B2-A8A3-ADD2793D9AC4}">
      <dsp:nvSpPr>
        <dsp:cNvPr id="0" name=""/>
        <dsp:cNvSpPr/>
      </dsp:nvSpPr>
      <dsp:spPr>
        <a:xfrm>
          <a:off x="4078074" y="2206604"/>
          <a:ext cx="2182415" cy="1309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List Messages:</a:t>
          </a:r>
          <a:endParaRPr lang="en-IN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server responds with a list of available emails in the mailbox.</a:t>
          </a:r>
          <a:endParaRPr lang="en-IN" sz="1400" kern="1200" dirty="0"/>
        </a:p>
      </dsp:txBody>
      <dsp:txXfrm>
        <a:off x="4116426" y="2244956"/>
        <a:ext cx="2105711" cy="1232745"/>
      </dsp:txXfrm>
    </dsp:sp>
    <dsp:sp modelId="{3A051D1B-D61F-48D5-B126-C8C137D14C88}">
      <dsp:nvSpPr>
        <dsp:cNvPr id="0" name=""/>
        <dsp:cNvSpPr/>
      </dsp:nvSpPr>
      <dsp:spPr>
        <a:xfrm rot="10800918">
          <a:off x="3471635" y="2590313"/>
          <a:ext cx="428550" cy="5412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300" kern="1200"/>
        </a:p>
      </dsp:txBody>
      <dsp:txXfrm rot="10800000">
        <a:off x="3600200" y="2698578"/>
        <a:ext cx="299985" cy="324743"/>
      </dsp:txXfrm>
    </dsp:sp>
    <dsp:sp modelId="{0A2FC727-BAA6-42FD-9718-603EAA78ED89}">
      <dsp:nvSpPr>
        <dsp:cNvPr id="0" name=""/>
        <dsp:cNvSpPr/>
      </dsp:nvSpPr>
      <dsp:spPr>
        <a:xfrm>
          <a:off x="1087074" y="2205805"/>
          <a:ext cx="2182415" cy="1309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Retrieve Messages:</a:t>
          </a:r>
          <a:endParaRPr lang="en-IN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client downloads emails one by one to the local computer for offline access.</a:t>
          </a:r>
          <a:endParaRPr lang="en-IN" sz="1400" kern="1200" dirty="0"/>
        </a:p>
      </dsp:txBody>
      <dsp:txXfrm>
        <a:off x="1125426" y="2244157"/>
        <a:ext cx="2105711" cy="1232745"/>
      </dsp:txXfrm>
    </dsp:sp>
    <dsp:sp modelId="{78844ACF-B7C3-4DF2-A59D-1EF7F78E0EAE}">
      <dsp:nvSpPr>
        <dsp:cNvPr id="0" name=""/>
        <dsp:cNvSpPr/>
      </dsp:nvSpPr>
      <dsp:spPr>
        <a:xfrm rot="5469740">
          <a:off x="1931420" y="3656738"/>
          <a:ext cx="450432" cy="5412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/>
        </a:p>
      </dsp:txBody>
      <dsp:txXfrm rot="-5400000">
        <a:off x="1995636" y="3702155"/>
        <a:ext cx="324743" cy="315302"/>
      </dsp:txXfrm>
    </dsp:sp>
    <dsp:sp modelId="{C1CA63A1-3B98-422E-B744-DAA12EF4B10F}">
      <dsp:nvSpPr>
        <dsp:cNvPr id="0" name=""/>
        <dsp:cNvSpPr/>
      </dsp:nvSpPr>
      <dsp:spPr>
        <a:xfrm>
          <a:off x="709865" y="4364951"/>
          <a:ext cx="2840086" cy="17594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Delete or Keep:</a:t>
          </a:r>
          <a:endParaRPr lang="en-IN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In </a:t>
          </a:r>
          <a:r>
            <a:rPr lang="en-US" sz="1400" b="1" kern="1200" dirty="0"/>
            <a:t>Delete Mode</a:t>
          </a:r>
          <a:r>
            <a:rPr lang="en-US" sz="1400" kern="1200" dirty="0"/>
            <a:t>, messages are removed from the server after downloading.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In </a:t>
          </a:r>
          <a:r>
            <a:rPr lang="en-US" sz="1400" b="1" kern="1200" dirty="0"/>
            <a:t>Keep Mode</a:t>
          </a:r>
          <a:r>
            <a:rPr lang="en-US" sz="1400" kern="1200" dirty="0"/>
            <a:t>, messages remain on the server for later access.</a:t>
          </a:r>
          <a:endParaRPr lang="en-IN" sz="1400" kern="1200" dirty="0"/>
        </a:p>
      </dsp:txBody>
      <dsp:txXfrm>
        <a:off x="761399" y="4416485"/>
        <a:ext cx="2737018" cy="1656425"/>
      </dsp:txXfrm>
    </dsp:sp>
    <dsp:sp modelId="{5848366C-95EA-487E-866E-4D8C8B51F6DA}">
      <dsp:nvSpPr>
        <dsp:cNvPr id="0" name=""/>
        <dsp:cNvSpPr/>
      </dsp:nvSpPr>
      <dsp:spPr>
        <a:xfrm>
          <a:off x="3742004" y="4974079"/>
          <a:ext cx="462672" cy="54123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300" kern="1200"/>
        </a:p>
      </dsp:txBody>
      <dsp:txXfrm>
        <a:off x="3742004" y="5082327"/>
        <a:ext cx="323870" cy="324743"/>
      </dsp:txXfrm>
    </dsp:sp>
    <dsp:sp modelId="{904CF646-6401-4644-8847-66B53A98DD90}">
      <dsp:nvSpPr>
        <dsp:cNvPr id="0" name=""/>
        <dsp:cNvSpPr/>
      </dsp:nvSpPr>
      <dsp:spPr>
        <a:xfrm>
          <a:off x="4422917" y="4589974"/>
          <a:ext cx="2182415" cy="13094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Close Connection:</a:t>
          </a:r>
          <a:endParaRPr lang="en-IN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Once all messages are retrieved, the client closes the connection to the server.</a:t>
          </a:r>
          <a:endParaRPr lang="en-IN" sz="1400" kern="1200" dirty="0"/>
        </a:p>
      </dsp:txBody>
      <dsp:txXfrm>
        <a:off x="4461269" y="4628326"/>
        <a:ext cx="2105711" cy="123274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FC7ED-5756-4D02-AB23-5F48687FAFB4}">
      <dsp:nvSpPr>
        <dsp:cNvPr id="0" name=""/>
        <dsp:cNvSpPr/>
      </dsp:nvSpPr>
      <dsp:spPr>
        <a:xfrm>
          <a:off x="0" y="21374"/>
          <a:ext cx="11001983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What is IMAP4:</a:t>
          </a:r>
          <a:endParaRPr lang="en-IN" sz="2500" kern="1200"/>
        </a:p>
      </dsp:txBody>
      <dsp:txXfrm>
        <a:off x="29271" y="50645"/>
        <a:ext cx="10943441" cy="541083"/>
      </dsp:txXfrm>
    </dsp:sp>
    <dsp:sp modelId="{C13B97A1-3752-4AD4-B019-9BABD3AF8886}">
      <dsp:nvSpPr>
        <dsp:cNvPr id="0" name=""/>
        <dsp:cNvSpPr/>
      </dsp:nvSpPr>
      <dsp:spPr>
        <a:xfrm>
          <a:off x="0" y="620999"/>
          <a:ext cx="11001983" cy="685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31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A powerful and feature-rich mail access protocol.(it uses 143 port or 993 port)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Allows users to manage and organize emails </a:t>
          </a:r>
          <a:r>
            <a:rPr lang="en-US" sz="2000" b="1" kern="1200" dirty="0"/>
            <a:t>directly on the mail server</a:t>
          </a:r>
          <a:r>
            <a:rPr lang="en-US" sz="2000" kern="1200" dirty="0"/>
            <a:t>.</a:t>
          </a:r>
          <a:endParaRPr lang="en-IN" sz="2000" kern="1200" dirty="0"/>
        </a:p>
      </dsp:txBody>
      <dsp:txXfrm>
        <a:off x="0" y="620999"/>
        <a:ext cx="11001983" cy="685687"/>
      </dsp:txXfrm>
    </dsp:sp>
    <dsp:sp modelId="{2C1D5732-E14A-4E4F-84AA-2A7EAC7C55BD}">
      <dsp:nvSpPr>
        <dsp:cNvPr id="0" name=""/>
        <dsp:cNvSpPr/>
      </dsp:nvSpPr>
      <dsp:spPr>
        <a:xfrm>
          <a:off x="0" y="1306686"/>
          <a:ext cx="11001983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Key Features:</a:t>
          </a:r>
          <a:endParaRPr lang="en-IN" sz="2500" kern="1200"/>
        </a:p>
      </dsp:txBody>
      <dsp:txXfrm>
        <a:off x="29271" y="1335957"/>
        <a:ext cx="10943441" cy="541083"/>
      </dsp:txXfrm>
    </dsp:sp>
    <dsp:sp modelId="{123AAEEE-88CE-4CE8-8934-CE476279C4AD}">
      <dsp:nvSpPr>
        <dsp:cNvPr id="0" name=""/>
        <dsp:cNvSpPr/>
      </dsp:nvSpPr>
      <dsp:spPr>
        <a:xfrm>
          <a:off x="0" y="1906311"/>
          <a:ext cx="11001983" cy="20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31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/>
            <a:t>View headers</a:t>
          </a:r>
          <a:r>
            <a:rPr lang="en-US" sz="2000" kern="1200"/>
            <a:t> before downloading messages.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/>
            <a:t>Search emails</a:t>
          </a:r>
          <a:r>
            <a:rPr lang="en-US" sz="2000" kern="1200"/>
            <a:t> on the server for specific words/phrases before downloading.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/>
            <a:t>Partial download</a:t>
          </a:r>
          <a:r>
            <a:rPr lang="en-US" sz="2000" kern="1200"/>
            <a:t> of emails (helpful for large attachments or slow internet).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Create, delete, rename </a:t>
          </a:r>
          <a:r>
            <a:rPr lang="en-US" sz="2000" b="1" kern="1200"/>
            <a:t>mailboxes/folders</a:t>
          </a:r>
          <a:r>
            <a:rPr lang="en-US" sz="2000" kern="1200"/>
            <a:t> on the server.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Organize mail in a </a:t>
          </a:r>
          <a:r>
            <a:rPr lang="en-US" sz="2000" b="1" kern="1200"/>
            <a:t>hierarchy of folders</a:t>
          </a:r>
          <a:r>
            <a:rPr lang="en-US" sz="2000" kern="1200"/>
            <a:t> for better management.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Synchronizes across multiple devices (email stays on the server).</a:t>
          </a:r>
          <a:endParaRPr lang="en-IN" sz="2000" kern="1200"/>
        </a:p>
      </dsp:txBody>
      <dsp:txXfrm>
        <a:off x="0" y="1906311"/>
        <a:ext cx="11001983" cy="2070000"/>
      </dsp:txXfrm>
    </dsp:sp>
    <dsp:sp modelId="{1D289EE1-8C5E-4DB1-BD29-ACCB7148512F}">
      <dsp:nvSpPr>
        <dsp:cNvPr id="0" name=""/>
        <dsp:cNvSpPr/>
      </dsp:nvSpPr>
      <dsp:spPr>
        <a:xfrm>
          <a:off x="0" y="3976311"/>
          <a:ext cx="11001983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Why Use IMAP4:</a:t>
          </a:r>
          <a:endParaRPr lang="en-IN" sz="2500" kern="1200"/>
        </a:p>
      </dsp:txBody>
      <dsp:txXfrm>
        <a:off x="29271" y="4005582"/>
        <a:ext cx="10943441" cy="541083"/>
      </dsp:txXfrm>
    </dsp:sp>
    <dsp:sp modelId="{5EFCBA4E-25CD-4089-B1F5-265E16326830}">
      <dsp:nvSpPr>
        <dsp:cNvPr id="0" name=""/>
        <dsp:cNvSpPr/>
      </dsp:nvSpPr>
      <dsp:spPr>
        <a:xfrm>
          <a:off x="0" y="4575936"/>
          <a:ext cx="11001983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31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Ideal for users accessing email from </a:t>
          </a:r>
          <a:r>
            <a:rPr lang="en-US" sz="2000" b="1" kern="1200"/>
            <a:t>multiple devices</a:t>
          </a:r>
          <a:r>
            <a:rPr lang="en-US" sz="2000" kern="1200"/>
            <a:t> (phone, laptop, PC).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Saves bandwidth and storage since emails stay on the server until needed.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Great for users who want to manage and organize mail without downloading everything.</a:t>
          </a:r>
          <a:endParaRPr lang="en-IN" sz="2000" kern="1200"/>
        </a:p>
      </dsp:txBody>
      <dsp:txXfrm>
        <a:off x="0" y="4575936"/>
        <a:ext cx="11001983" cy="1035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1E8A9A-4813-4066-AF9E-2A5302BE8581}">
      <dsp:nvSpPr>
        <dsp:cNvPr id="0" name=""/>
        <dsp:cNvSpPr/>
      </dsp:nvSpPr>
      <dsp:spPr>
        <a:xfrm>
          <a:off x="0" y="30873"/>
          <a:ext cx="9494196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Problem with Traditional Email:</a:t>
          </a:r>
          <a:endParaRPr lang="en-IN" sz="2700" kern="1200"/>
        </a:p>
      </dsp:txBody>
      <dsp:txXfrm>
        <a:off x="31613" y="62486"/>
        <a:ext cx="9430970" cy="584369"/>
      </dsp:txXfrm>
    </dsp:sp>
    <dsp:sp modelId="{26065E7A-5AAD-4367-BC64-1425A951FFBA}">
      <dsp:nvSpPr>
        <dsp:cNvPr id="0" name=""/>
        <dsp:cNvSpPr/>
      </dsp:nvSpPr>
      <dsp:spPr>
        <a:xfrm>
          <a:off x="0" y="678468"/>
          <a:ext cx="9494196" cy="656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44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100" kern="1200" dirty="0"/>
            <a:t>Can only send messages in </a:t>
          </a:r>
          <a:r>
            <a:rPr lang="en-IN" sz="2100" b="1" kern="1200" dirty="0"/>
            <a:t>7-bit ASCII</a:t>
          </a:r>
          <a:r>
            <a:rPr lang="en-IN" sz="2100" kern="1200" dirty="0"/>
            <a:t>. No support for </a:t>
          </a:r>
          <a:r>
            <a:rPr lang="en-IN" sz="2100" b="1" kern="1200" dirty="0"/>
            <a:t>non-English languages</a:t>
          </a:r>
          <a:r>
            <a:rPr lang="en-IN" sz="2100" kern="1200" dirty="0"/>
            <a:t> (French, Chinese, etc.). Cannot send </a:t>
          </a:r>
          <a:r>
            <a:rPr lang="en-IN" sz="2100" b="1" kern="1200" dirty="0"/>
            <a:t>binary files, audio, video, or images</a:t>
          </a:r>
          <a:r>
            <a:rPr lang="en-IN" sz="2100" kern="1200" dirty="0"/>
            <a:t>.</a:t>
          </a:r>
        </a:p>
      </dsp:txBody>
      <dsp:txXfrm>
        <a:off x="0" y="678468"/>
        <a:ext cx="9494196" cy="656707"/>
      </dsp:txXfrm>
    </dsp:sp>
    <dsp:sp modelId="{D9AD9535-0EF2-41D2-BF13-F107BBEB7982}">
      <dsp:nvSpPr>
        <dsp:cNvPr id="0" name=""/>
        <dsp:cNvSpPr/>
      </dsp:nvSpPr>
      <dsp:spPr>
        <a:xfrm>
          <a:off x="0" y="1335175"/>
          <a:ext cx="9494196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/>
            <a:t>Solution: MIME</a:t>
          </a:r>
          <a:endParaRPr lang="en-IN" sz="2700" kern="1200"/>
        </a:p>
      </dsp:txBody>
      <dsp:txXfrm>
        <a:off x="31613" y="1366788"/>
        <a:ext cx="9430970" cy="584369"/>
      </dsp:txXfrm>
    </dsp:sp>
    <dsp:sp modelId="{2F2741CC-53ED-401E-A536-F311210FABF8}">
      <dsp:nvSpPr>
        <dsp:cNvPr id="0" name=""/>
        <dsp:cNvSpPr/>
      </dsp:nvSpPr>
      <dsp:spPr>
        <a:xfrm>
          <a:off x="0" y="1982770"/>
          <a:ext cx="9494196" cy="9501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44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100" kern="1200"/>
            <a:t>A supplementary protocol for email. Converts </a:t>
          </a:r>
          <a:r>
            <a:rPr lang="en-IN" sz="2100" b="1" kern="1200"/>
            <a:t>non-ASCII data → ASCII</a:t>
          </a:r>
          <a:r>
            <a:rPr lang="en-IN" sz="2100" kern="1200"/>
            <a:t> before sending. Converts back to original data at the receiver side. Enables sending </a:t>
          </a:r>
          <a:r>
            <a:rPr lang="en-IN" sz="2100" b="1" kern="1200"/>
            <a:t>multimedia, documents, images, audio, video</a:t>
          </a:r>
          <a:r>
            <a:rPr lang="en-IN" sz="2100" kern="1200"/>
            <a:t> through email.</a:t>
          </a:r>
        </a:p>
      </dsp:txBody>
      <dsp:txXfrm>
        <a:off x="0" y="1982770"/>
        <a:ext cx="9494196" cy="95013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09EAAA-67A8-477D-BFB3-A2622D00B201}">
      <dsp:nvSpPr>
        <dsp:cNvPr id="0" name=""/>
        <dsp:cNvSpPr/>
      </dsp:nvSpPr>
      <dsp:spPr>
        <a:xfrm rot="5400000">
          <a:off x="-203002" y="203827"/>
          <a:ext cx="1353347" cy="94734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At Sender Side:</a:t>
          </a:r>
          <a:endParaRPr lang="en-IN" sz="1300" kern="1200"/>
        </a:p>
      </dsp:txBody>
      <dsp:txXfrm rot="-5400000">
        <a:off x="1" y="474495"/>
        <a:ext cx="947342" cy="406005"/>
      </dsp:txXfrm>
    </dsp:sp>
    <dsp:sp modelId="{E6192F62-8527-482C-BDE1-6D3C0BA145EE}">
      <dsp:nvSpPr>
        <dsp:cNvPr id="0" name=""/>
        <dsp:cNvSpPr/>
      </dsp:nvSpPr>
      <dsp:spPr>
        <a:xfrm rot="5400000">
          <a:off x="5607782" y="-4659614"/>
          <a:ext cx="879675" cy="1020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/>
            <a:t>Non-ASCII data (image, audio, binary file) → Encoded into ASCII.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Data sent to MTA (Mail Transfer Agent) → Delivered via normal email system.</a:t>
          </a:r>
        </a:p>
      </dsp:txBody>
      <dsp:txXfrm rot="-5400000">
        <a:off x="947342" y="43768"/>
        <a:ext cx="10157613" cy="793791"/>
      </dsp:txXfrm>
    </dsp:sp>
    <dsp:sp modelId="{FF01A7E5-F9AD-424F-8B4F-8652CD288D09}">
      <dsp:nvSpPr>
        <dsp:cNvPr id="0" name=""/>
        <dsp:cNvSpPr/>
      </dsp:nvSpPr>
      <dsp:spPr>
        <a:xfrm rot="5400000">
          <a:off x="-203002" y="1359433"/>
          <a:ext cx="1353347" cy="94734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At Receiver Side:</a:t>
          </a:r>
          <a:endParaRPr lang="en-IN" sz="1300" kern="1200"/>
        </a:p>
      </dsp:txBody>
      <dsp:txXfrm rot="-5400000">
        <a:off x="1" y="1630101"/>
        <a:ext cx="947342" cy="406005"/>
      </dsp:txXfrm>
    </dsp:sp>
    <dsp:sp modelId="{751C7042-7925-412C-8377-99E1A32310AB}">
      <dsp:nvSpPr>
        <dsp:cNvPr id="0" name=""/>
        <dsp:cNvSpPr/>
      </dsp:nvSpPr>
      <dsp:spPr>
        <a:xfrm rot="5400000">
          <a:off x="5607782" y="-3504008"/>
          <a:ext cx="879675" cy="1020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ASCII data → Decoded back to original format (image/audio/video).</a:t>
          </a:r>
        </a:p>
      </dsp:txBody>
      <dsp:txXfrm rot="-5400000">
        <a:off x="947342" y="1199374"/>
        <a:ext cx="10157613" cy="793791"/>
      </dsp:txXfrm>
    </dsp:sp>
    <dsp:sp modelId="{8BB0FB4F-8A47-40C0-BB5A-60A28C84AE72}">
      <dsp:nvSpPr>
        <dsp:cNvPr id="0" name=""/>
        <dsp:cNvSpPr/>
      </dsp:nvSpPr>
      <dsp:spPr>
        <a:xfrm rot="5400000">
          <a:off x="-203002" y="2515039"/>
          <a:ext cx="1353347" cy="94734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Key Idea:</a:t>
          </a:r>
          <a:endParaRPr lang="en-IN" sz="1300" kern="1200"/>
        </a:p>
      </dsp:txBody>
      <dsp:txXfrm rot="-5400000">
        <a:off x="1" y="2785707"/>
        <a:ext cx="947342" cy="406005"/>
      </dsp:txXfrm>
    </dsp:sp>
    <dsp:sp modelId="{BC6DD08A-9346-4504-9251-4CE1B9BFCDF6}">
      <dsp:nvSpPr>
        <dsp:cNvPr id="0" name=""/>
        <dsp:cNvSpPr/>
      </dsp:nvSpPr>
      <dsp:spPr>
        <a:xfrm rot="5400000">
          <a:off x="5607782" y="-2348402"/>
          <a:ext cx="879675" cy="1020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MIME acts as a </a:t>
          </a:r>
          <a:r>
            <a:rPr lang="en-IN" sz="2400" b="1" kern="1200"/>
            <a:t>translator</a:t>
          </a:r>
          <a:r>
            <a:rPr lang="en-IN" sz="2400" kern="1200"/>
            <a:t> for data formats that basic SMTP cannot handle.</a:t>
          </a:r>
        </a:p>
      </dsp:txBody>
      <dsp:txXfrm rot="-5400000">
        <a:off x="947342" y="2354980"/>
        <a:ext cx="10157613" cy="79379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F6D15-F196-4FAD-93F5-C74924AB6E55}">
      <dsp:nvSpPr>
        <dsp:cNvPr id="0" name=""/>
        <dsp:cNvSpPr/>
      </dsp:nvSpPr>
      <dsp:spPr>
        <a:xfrm>
          <a:off x="0" y="11769"/>
          <a:ext cx="6633665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Case 1 – Traditional Sender, Webmail Receiver:</a:t>
          </a:r>
          <a:endParaRPr lang="en-IN" sz="2500" kern="1200"/>
        </a:p>
      </dsp:txBody>
      <dsp:txXfrm>
        <a:off x="29271" y="41040"/>
        <a:ext cx="6575123" cy="541083"/>
      </dsp:txXfrm>
    </dsp:sp>
    <dsp:sp modelId="{F7C2AD45-1C23-4FB6-AFB4-F84AF9A62C36}">
      <dsp:nvSpPr>
        <dsp:cNvPr id="0" name=""/>
        <dsp:cNvSpPr/>
      </dsp:nvSpPr>
      <dsp:spPr>
        <a:xfrm>
          <a:off x="0" y="611394"/>
          <a:ext cx="6633665" cy="310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619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/>
            <a:t>Alice (sender) → Mail sent from browser to </a:t>
          </a:r>
          <a:r>
            <a:rPr lang="en-IN" sz="2000" b="1" kern="1200" dirty="0"/>
            <a:t>sending mail server (SMTP)</a:t>
          </a:r>
          <a:r>
            <a:rPr lang="en-IN" sz="2000" kern="1200" dirty="0"/>
            <a:t>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/>
            <a:t>Sending mail server → Transfers message to </a:t>
          </a:r>
          <a:r>
            <a:rPr lang="en-IN" sz="2000" b="1" kern="1200"/>
            <a:t>receiving mail server (SMTP)</a:t>
          </a:r>
          <a:r>
            <a:rPr lang="en-IN" sz="2000" kern="1200"/>
            <a:t>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/>
            <a:t>Bob (receiver) → Opens browser → Sends </a:t>
          </a:r>
          <a:r>
            <a:rPr lang="en-IN" sz="2000" b="1" kern="1200"/>
            <a:t>HTTP request</a:t>
          </a:r>
          <a:r>
            <a:rPr lang="en-IN" sz="2000" kern="1200"/>
            <a:t> to webmail site.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/>
            <a:t>Server verifies </a:t>
          </a:r>
          <a:r>
            <a:rPr lang="en-IN" sz="2000" b="1" kern="1200" dirty="0"/>
            <a:t>username/password</a:t>
          </a:r>
          <a:r>
            <a:rPr lang="en-IN" sz="2000" kern="1200" dirty="0"/>
            <a:t> → Sends list of emails in </a:t>
          </a:r>
          <a:r>
            <a:rPr lang="en-IN" sz="2000" b="1" kern="1200" dirty="0"/>
            <a:t>HTML</a:t>
          </a:r>
          <a:r>
            <a:rPr lang="en-IN" sz="2000" kern="1200" dirty="0"/>
            <a:t> format.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/>
            <a:t>Bob can read, browse, and open emails one by one using HTTP transactions.</a:t>
          </a:r>
        </a:p>
      </dsp:txBody>
      <dsp:txXfrm>
        <a:off x="0" y="611394"/>
        <a:ext cx="6633665" cy="3105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01EF49-B48C-4287-87E8-3CCBAF855498}">
      <dsp:nvSpPr>
        <dsp:cNvPr id="0" name=""/>
        <dsp:cNvSpPr/>
      </dsp:nvSpPr>
      <dsp:spPr>
        <a:xfrm>
          <a:off x="0" y="26824"/>
          <a:ext cx="7830643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Case 2 – Both Users Use Webmail:</a:t>
          </a:r>
          <a:endParaRPr lang="en-IN" sz="2600" kern="1200"/>
        </a:p>
      </dsp:txBody>
      <dsp:txXfrm>
        <a:off x="30442" y="57266"/>
        <a:ext cx="7769759" cy="562726"/>
      </dsp:txXfrm>
    </dsp:sp>
    <dsp:sp modelId="{EE878E84-54A8-4535-A6B6-A690999D8C56}">
      <dsp:nvSpPr>
        <dsp:cNvPr id="0" name=""/>
        <dsp:cNvSpPr/>
      </dsp:nvSpPr>
      <dsp:spPr>
        <a:xfrm>
          <a:off x="0" y="650434"/>
          <a:ext cx="7830643" cy="1587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623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/>
            <a:t>Alice sends email to web server via </a:t>
          </a:r>
          <a:r>
            <a:rPr lang="en-IN" sz="2000" b="1" kern="1200"/>
            <a:t>HTTP</a:t>
          </a:r>
          <a:r>
            <a:rPr lang="en-IN" sz="2000" kern="1200"/>
            <a:t> (includes Bob’s email address).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/>
            <a:t>Alice’s web server → Passes message to </a:t>
          </a:r>
          <a:r>
            <a:rPr lang="en-IN" sz="2000" b="1" kern="1200" dirty="0"/>
            <a:t>SMTP client</a:t>
          </a:r>
          <a:r>
            <a:rPr lang="en-IN" sz="2000" kern="1200" dirty="0"/>
            <a:t> → Sends to Bob’s mail server.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/>
            <a:t>Bob retrieves message through </a:t>
          </a:r>
          <a:r>
            <a:rPr lang="en-IN" sz="2000" b="1" kern="1200"/>
            <a:t>HTTP</a:t>
          </a:r>
          <a:r>
            <a:rPr lang="en-IN" sz="2000" kern="1200"/>
            <a:t>, just like Case 1.</a:t>
          </a:r>
        </a:p>
      </dsp:txBody>
      <dsp:txXfrm>
        <a:off x="0" y="650434"/>
        <a:ext cx="7830643" cy="158769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7FDA21-3F5C-4509-8D9B-83CECB953FDD}">
      <dsp:nvSpPr>
        <dsp:cNvPr id="0" name=""/>
        <dsp:cNvSpPr/>
      </dsp:nvSpPr>
      <dsp:spPr>
        <a:xfrm>
          <a:off x="0" y="58607"/>
          <a:ext cx="11002828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Problem:</a:t>
          </a:r>
          <a:endParaRPr lang="en-IN" sz="3100" kern="1200"/>
        </a:p>
      </dsp:txBody>
      <dsp:txXfrm>
        <a:off x="36296" y="94903"/>
        <a:ext cx="10930236" cy="670943"/>
      </dsp:txXfrm>
    </dsp:sp>
    <dsp:sp modelId="{DA434990-18E8-4113-B6BE-48F3D700A68B}">
      <dsp:nvSpPr>
        <dsp:cNvPr id="0" name=""/>
        <dsp:cNvSpPr/>
      </dsp:nvSpPr>
      <dsp:spPr>
        <a:xfrm>
          <a:off x="0" y="802142"/>
          <a:ext cx="11002828" cy="753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34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Basic email protocols (SMTP, POP3, IMAP4) do not provide security by default. Emails can be intercepted, modified, or spoofed during transmission.</a:t>
          </a:r>
          <a:endParaRPr lang="en-IN" sz="2400" kern="1200" dirty="0"/>
        </a:p>
      </dsp:txBody>
      <dsp:txXfrm>
        <a:off x="0" y="802142"/>
        <a:ext cx="11002828" cy="753997"/>
      </dsp:txXfrm>
    </dsp:sp>
    <dsp:sp modelId="{0F562991-9B3F-4C12-9751-B6743DC8746A}">
      <dsp:nvSpPr>
        <dsp:cNvPr id="0" name=""/>
        <dsp:cNvSpPr/>
      </dsp:nvSpPr>
      <dsp:spPr>
        <a:xfrm>
          <a:off x="0" y="1556139"/>
          <a:ext cx="11002828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Solution – Application Layer Security Protocols:</a:t>
          </a:r>
          <a:endParaRPr lang="en-IN" sz="3100" kern="1200"/>
        </a:p>
      </dsp:txBody>
      <dsp:txXfrm>
        <a:off x="36296" y="1592435"/>
        <a:ext cx="10930236" cy="670943"/>
      </dsp:txXfrm>
    </dsp:sp>
    <dsp:sp modelId="{E05BAFC2-DFE4-4F86-8DFB-848B2C612EBC}">
      <dsp:nvSpPr>
        <dsp:cNvPr id="0" name=""/>
        <dsp:cNvSpPr/>
      </dsp:nvSpPr>
      <dsp:spPr>
        <a:xfrm>
          <a:off x="0" y="2299674"/>
          <a:ext cx="11002828" cy="2502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34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PGP (Pretty Good Privacy):</a:t>
          </a:r>
          <a:endParaRPr lang="en-IN" sz="2400" kern="120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Provides encryption, authentication, and integrity for email messages.</a:t>
          </a:r>
          <a:endParaRPr lang="en-IN" sz="2400" kern="120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Uses a combination of symmetric + public-key cryptography.</a:t>
          </a:r>
          <a:endParaRPr lang="en-IN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S/MIME (Secure/Multipurpose Internet Mail Extensions):</a:t>
          </a:r>
          <a:endParaRPr lang="en-IN" sz="2400" kern="120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Based on MIME.</a:t>
          </a:r>
          <a:endParaRPr lang="en-IN" sz="2400" kern="1200" dirty="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Supports digital signatures and encryption for secure email exchange.</a:t>
          </a:r>
          <a:endParaRPr lang="en-IN" sz="2400" kern="1200" dirty="0"/>
        </a:p>
      </dsp:txBody>
      <dsp:txXfrm>
        <a:off x="0" y="2299674"/>
        <a:ext cx="11002828" cy="25026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003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12BB1-642F-3C4C-1286-4F1064555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33245-2D07-157E-2F39-ED2698D10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87C0B-F84C-F298-9D21-BEE9B20CE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866F0-F82C-CE1B-011A-AABF48FC40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984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93D50-DECD-CE13-B1F9-FD74CFBE1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FF775-8B21-ECDA-4543-6927B0B95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9E97F3-8590-50BA-AD10-A6F9BCFA4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92B72-BB36-DE0E-D171-A0E042A7D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53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47A6-F437-D2E7-AD34-05C4B543E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A7B31-4E31-A5F3-068F-A68FBE147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98AAF-8D5D-326F-1BE6-4A64414AC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396D6-4220-5560-D12E-9FA68CC679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66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7E404-41D4-A1C2-B515-B7612F69B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823A4-357B-B96F-2037-62AA0E3A5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2564C-65F3-4309-0914-F98D815B8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EEAF2-CC79-23E2-1D66-BC742C322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17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82ED1-D954-C4D2-D831-2DBEAF58F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C2E59-D6AF-4D47-C725-F74CD7C10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78245-3AFA-B632-B5B2-614DBC932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0F336-8175-4522-F4CA-797623A933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721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302DB-15AB-CD71-E9C7-5112E4957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CA6C1-65D5-619B-23EE-B9B338C26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A5C05-182F-863F-39C3-E2DEEA026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7B051-24D6-9077-912A-F820C6ABC9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352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58304-AD90-107A-CA43-6F5D79C5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B4953-F9CC-D850-C9C3-AEAC62D69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B78DE-2096-BA19-61FF-B2E00BDD0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5CDAD-42E7-BB68-C8DD-E1C9FB5935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15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A2AF0-834F-9973-CF4E-8CA4F4CC2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CF8A1-B97D-4EFF-2AAF-92588F8AB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77217-DDC3-C5F8-A5B9-6B430F4BC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B4545-CD12-9737-BF62-8A186AF6FA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57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821B8-B014-C53C-6FA8-75ED90FB4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FB5D87-083E-4F4E-7C9D-6BD83FC46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5FF68-731C-CA26-7F26-2BEC44CA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0CA1D-81B0-DBAA-23E0-1B5D34D497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799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7BA69-E020-EE2C-260B-0FFBE8E9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9C204-60AC-A5B5-4AD1-D815F5B65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5476F-174B-A4F3-EE9F-6BF72A96C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18246-2442-72A7-09E4-EC58F4C25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39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329B6-62BE-7BF2-FF11-5E28088FB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5115C-8A5A-6027-DB68-47F5516D1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8D4FF-91F0-CF10-9E25-53A6751D0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5D9E8-21A5-A4E2-EDAB-907B5C730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82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4D783-DC77-BEED-0F79-CEF7F02F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D84A2-67A4-CAB1-339B-4259D8D4E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08852-F520-01A1-EFB7-5C4ECB77E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7ECB6-4D74-6CD4-FD2E-1592EE118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036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8AC0E-D55E-618D-76CD-279ED7350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5B211-A13F-1546-1F13-EF76C934D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3171B-1EED-FB25-A1BC-A0E1B0DF8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26001-BDA3-6F41-953C-CF95DB1C37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253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8EF9F-0442-8D47-65C0-2CED8F43D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23435-62A9-75D2-C2D2-22B61C1D4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80646-BAAC-092C-FA9F-A56D6F968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CBE60-FD98-8F6B-4E8D-7BB149547B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181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93D63-B4FE-1AE4-8D77-FE47E43B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50710-6713-6C3D-562E-F881FB7C9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0A922-426A-0CE0-9C2E-B35163921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C810E-E152-6E15-A69F-69085214B2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0384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0795-C822-41B1-5D55-6E7C901E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11194-377B-EF49-7035-881C3985C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7A804-67F9-4E15-C8AC-846AD7997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EE02C-EA25-36AF-993C-BE2867A4C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127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4D252-42EB-A438-7E78-BDAA64C36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2A82C-1883-7040-EE66-4B5E112DE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D6C26-1C97-2075-855E-C5E3BA9EC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D98AE-1671-4898-BB32-A65EA9A28E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514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2562F-4A1E-9598-4205-78FBBDE51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D7B60-5DDF-6AA8-8125-209E580DF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298D68-6550-D519-0A7F-1A7C0ABD8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E2DF4-2C64-E5DC-1124-E0477E9426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018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2EFE-4452-8583-F8AA-77DC93CD6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592D3-E74E-1AEC-955A-3EEDBD018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2B759-8A9F-0F0A-C1A3-98E520797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4327E-0037-E248-2B1B-DD806636C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753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D5966-8B9F-AE67-9F6A-CCC8F5C5B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7511A-16FD-1011-FC7C-8B6061623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43D2A-B7FD-6ADE-B5FC-87EC3C770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C789F-71A4-2E3E-56B6-5838C433DA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875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69429-9748-53DB-EED3-CE0DE4445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48EC8-E283-11DE-0DD5-57A08DBB6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E8DC3-2B5C-1BC7-5150-FDC6F8891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E99F0-F82C-9F06-F38E-FD1B77EF5E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73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3102-E51C-6C73-6243-385850267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1DF37-9C53-BD67-E328-C2CE2216F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6FF92-F244-6082-6A66-97503BCC3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55FC1-93F8-12B1-F2B9-48F221686E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628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3628-A8B4-152F-9EB1-A8D36CCF9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2E31AC-BD4F-D4C5-F755-C80C0BA18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128C6-45F4-4D2C-4635-0570245A0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A3B88-718A-190D-E433-66B00CB7EE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270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AE544-9E2B-F537-0972-00A20B65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1761C-1CC4-3C27-0C54-A119EC943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7ACC2-E7BF-DBAD-9220-1ED451EFE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CF346-554B-97FB-7D2F-6A65D1362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920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ECDE8-BB62-FE65-326E-E78062F6F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82379-0C52-F9D5-9497-408DE2BD8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86A31-F916-6892-8330-C7313CDA8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D1F1C-93C5-6D09-3B2E-A1DCA08215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28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15AB2-89FA-8AB0-55FF-B8D0E3BEC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6A0AF-0503-229B-2E67-8942D7B48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658F0-577E-2530-F7C2-D90FB0DB9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CCFCC-17C1-B8BB-D244-F2BE560B7B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96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F3FFF"/>
            </a:gs>
            <a:gs pos="100000">
              <a:srgbClr val="FF3F3F"/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6" y="243840"/>
            <a:ext cx="13763387" cy="7741920"/>
          </a:xfrm>
          <a:prstGeom prst="roundRect">
            <a:avLst>
              <a:gd name="adj" fmla="val 6189"/>
            </a:avLst>
          </a:prstGeom>
          <a:solidFill>
            <a:srgbClr val="FFFFFF"/>
          </a:solidFill>
          <a:ln w="30480">
            <a:solidFill>
              <a:srgbClr val="75BAE6"/>
            </a:solidFill>
            <a:prstDash val="solid"/>
          </a:ln>
          <a:effectLst>
            <a:outerShdw dist="127000" dir="2700000" algn="bl" rotWithShape="0">
              <a:srgbClr val="75BAE6">
                <a:alpha val="100000"/>
              </a:srgbClr>
            </a:outerShdw>
          </a:effectLst>
        </p:spPr>
      </p:sp>
      <p:pic>
        <p:nvPicPr>
          <p:cNvPr id="3" name="Image 0" descr="CPU with binary numbers and blueprint"/>
          <p:cNvPicPr>
            <a:picLocks noChangeAspect="1"/>
          </p:cNvPicPr>
          <p:nvPr/>
        </p:nvPicPr>
        <p:blipFill>
          <a:blip r:embed="rId3"/>
          <a:srcRect l="36656" r="26715"/>
          <a:stretch>
            <a:fillRect/>
          </a:stretch>
        </p:blipFill>
        <p:spPr>
          <a:xfrm>
            <a:off x="9155473" y="243840"/>
            <a:ext cx="5041420" cy="7741920"/>
          </a:xfrm>
          <a:prstGeom prst="roundRect">
            <a:avLst>
              <a:gd name="adj" fmla="val 9533"/>
            </a:avLst>
          </a:prstGeom>
          <a:blipFill dpi="0" rotWithShape="1">
            <a:blip r:embed="rId3"/>
            <a:srcRect/>
            <a:stretch>
              <a:fillRect/>
            </a:stretch>
          </a:blipFill>
        </p:spPr>
      </p:pic>
      <p:sp>
        <p:nvSpPr>
          <p:cNvPr id="4" name="Text 1"/>
          <p:cNvSpPr/>
          <p:nvPr/>
        </p:nvSpPr>
        <p:spPr>
          <a:xfrm>
            <a:off x="1146810" y="2857857"/>
            <a:ext cx="7175421" cy="2513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72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E-mail and SMTP</a:t>
            </a:r>
            <a:endParaRPr lang="en-US" sz="7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C6AB4F-0669-17C9-5794-766B86EB8BC3}"/>
              </a:ext>
            </a:extLst>
          </p:cNvPr>
          <p:cNvSpPr txBox="1"/>
          <p:nvPr/>
        </p:nvSpPr>
        <p:spPr>
          <a:xfrm>
            <a:off x="1146810" y="6032420"/>
            <a:ext cx="3093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Name - Rajkumar Das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Roll - 261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567AB-5729-828C-C65F-9CF4F97D5586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5A3D27-B905-06D9-D392-6909F769167E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E07173-71E8-04C2-4651-405BCD70FE9E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5D91208-0322-0E1F-D903-45F26F7E1E46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172785-6D01-4065-9863-C3A85EA2F518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DA42880-ECB2-9FFD-F940-491E89F0B412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F30164C-A5E9-4F4B-49FA-2A2BDCF97370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95B5EF0-F283-B66E-5253-34A29BE9D2B8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9F04933-CD93-48EC-5EB7-21A7BFFE2144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8B81376-3517-EF1A-0BEC-C22769F3A3A1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B56389-6FBD-A459-8F4C-18FFAC4854E9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351F478-F8A7-0B54-8577-D83778A65F66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819073"/>
          </a:xfrm>
          <a:prstGeom prst="roundRect">
            <a:avLst>
              <a:gd name="adj" fmla="val 432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69850" dir="2700000" algn="bl" rotWithShape="0">
              <a:srgbClr val="75BAE6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101565" y="1025545"/>
            <a:ext cx="2967276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Introduction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101565" y="1915835"/>
            <a:ext cx="12427270" cy="2315528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1565" y="1915835"/>
            <a:ext cx="108099" cy="2315528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6" name="Text 4"/>
          <p:cNvSpPr/>
          <p:nvPr/>
        </p:nvSpPr>
        <p:spPr>
          <a:xfrm>
            <a:off x="1303376" y="2315447"/>
            <a:ext cx="3244561" cy="172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is E-mail?</a:t>
            </a:r>
            <a:endParaRPr 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877722" y="2819945"/>
            <a:ext cx="10187069" cy="1294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400" dirty="0"/>
              <a:t>E-mail (Electronic Mail) is a method of exchanging digital messages between people </a:t>
            </a:r>
          </a:p>
          <a:p>
            <a:r>
              <a:rPr lang="en-US" sz="2400" dirty="0"/>
              <a:t>using electronic devices over a network, primarily the Internet. It allows fast, reliable, </a:t>
            </a:r>
          </a:p>
          <a:p>
            <a:r>
              <a:rPr lang="en-US" sz="2400" dirty="0"/>
              <a:t>and cost-effective communication of text, documents, images, and multimedia.</a:t>
            </a: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b="9428"/>
          <a:stretch>
            <a:fillRect/>
          </a:stretch>
        </p:blipFill>
        <p:spPr>
          <a:xfrm>
            <a:off x="4367464" y="4750773"/>
            <a:ext cx="5293895" cy="2798935"/>
          </a:xfrm>
          <a:prstGeom prst="round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594F05F-F5F5-0B36-B500-A4BA000D0D8E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78445D-D49B-E3DB-4C44-8E0688F9F84A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AC9B9EB-91F1-41B0-DC82-CBD454476333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37C00E-627C-849F-5D55-CBD83D5362A1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25AD235-DF7C-07BA-3DBF-DBEE1317D3C5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9ADA854-BDBE-B098-8FBE-FC62380F6611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0A64454-3CD0-141B-F026-8EFA74DF8CA9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7D99194-3D41-7AB6-572D-0F0593117A4B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8DDF6C6-A5BE-FAA9-5B89-DFCBC8DFB2ED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981DDD6-489B-E865-B17E-C9D32A0D74A1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1154FCB-C916-0947-4DED-F54A7401A0EF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E487ED0-11C0-EEEF-263C-E1589D40C739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703F0E-B53E-DAE7-9F5B-BF7131ED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2E92D8-5134-093C-2E0D-4CBC031637ED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C91908-1757-EA25-304F-EF88E28F676B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Mail Structure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2069C-9C23-F1AE-CF59-38948D729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609" y="1239083"/>
            <a:ext cx="7927180" cy="6445991"/>
          </a:xfrm>
          <a:prstGeom prst="round2SameRect">
            <a:avLst>
              <a:gd name="adj1" fmla="val 11946"/>
              <a:gd name="adj2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4D68731-D655-A125-DDD1-B6329AFED80F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452D6DC-B248-3287-6B1D-B1D33250A191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83D3D7-5486-4142-2853-7387049E7765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6BFF8D-2501-A5E7-A2FC-E08761ECBFA2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1CB058-13C8-AC75-2373-C7AD8E91C9A8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4208D74-B80F-17F2-BA33-BFE57FCFE844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031772-9472-D77E-9F7C-192C442494E2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319DBF-5872-779D-CABB-389F53866DEA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37D4298-07E6-EC88-0154-4D16ED2D06DA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10A77A-9F1D-FCEF-7F37-B6C426EE31A8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013CEDF-C7BA-B945-770F-DDE6C6803AB4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F4B009E-FC07-644C-737B-9E7E16161FEC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865564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47E4C76-A4E3-54AB-345B-678D76F5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87B345D-8C6A-00C6-71BF-E430A18E4EE0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EE49B4-1C3B-4738-1F91-E6A55259890F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Address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E2F34D-E872-358F-A542-A38015E7B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002" y="1531436"/>
            <a:ext cx="7615238" cy="232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79E86E8-3D92-D4FC-15A6-353357EF8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2390" y="4033120"/>
            <a:ext cx="1073402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Local Part: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Name of the user’s mailbox (where messages are stored).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Domain Name: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Identifies the mail server (or exchanger) responsible for receiving and sending e-mails.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Retrieved from DNS or can be a logical name (e.g., organization name).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0F037E-73BE-A841-3CCC-787DD45E4B38}"/>
              </a:ext>
            </a:extLst>
          </p:cNvPr>
          <p:cNvSpPr txBox="1"/>
          <p:nvPr/>
        </p:nvSpPr>
        <p:spPr>
          <a:xfrm>
            <a:off x="1672390" y="6236499"/>
            <a:ext cx="7315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Courier New" panose="02070309020205020404" pitchFamily="49" charset="0"/>
              </a:rPr>
              <a:t>rajkumar@gmail.com</a:t>
            </a:r>
            <a:endParaRPr lang="en-US" sz="2000" dirty="0"/>
          </a:p>
          <a:p>
            <a:r>
              <a:rPr lang="en-US" sz="2000" b="1" dirty="0" err="1"/>
              <a:t>rajkumar</a:t>
            </a:r>
            <a:r>
              <a:rPr lang="en-US" sz="2000" dirty="0"/>
              <a:t> → Local part (user mailbox)</a:t>
            </a:r>
          </a:p>
          <a:p>
            <a:r>
              <a:rPr lang="en-US" sz="2000" b="1" dirty="0"/>
              <a:t>gmail.com</a:t>
            </a:r>
            <a:r>
              <a:rPr lang="en-US" sz="2000" dirty="0"/>
              <a:t> → Domain name (mail server/organization)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B22EA863-DA38-B19B-8E00-422D7F5A0BF3}"/>
              </a:ext>
            </a:extLst>
          </p:cNvPr>
          <p:cNvSpPr/>
          <p:nvPr/>
        </p:nvSpPr>
        <p:spPr>
          <a:xfrm>
            <a:off x="1672390" y="5911945"/>
            <a:ext cx="3214280" cy="130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Example: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3C428-0346-05F6-B927-5FC140C3E5C6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F7CB6C-09EA-A395-D294-CA61F9616B7C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EF410D-62D4-F930-8957-280DD45EA735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E1891B-6E14-F2FD-861E-A0AC3D61D9BD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EAF1595-C20A-A5C5-ABA7-33CE0B9549A9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3D0D04-FF5C-E3FA-D219-EC338E608BCD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1AAD5F1-EF23-0864-289E-E620616CEF95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9B9CC7-F2D7-9FBE-378C-5A343A79A9C6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6252247-B5E2-15BD-CC12-D3BED46655D8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998429-D5E7-971C-D2A1-AF61C7BAD0B6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16F9FE6-DA6E-451E-B597-DDA9950FA300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664C30A-3A5A-0EDF-E79C-0428A6A8336E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304359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7E7ABA-1497-1368-2705-F9413BAB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B9AA33-0DC2-DD1F-FD81-34A3B34D8253}"/>
              </a:ext>
            </a:extLst>
          </p:cNvPr>
          <p:cNvSpPr/>
          <p:nvPr/>
        </p:nvSpPr>
        <p:spPr>
          <a:xfrm>
            <a:off x="433507" y="243840"/>
            <a:ext cx="13763387" cy="7819073"/>
          </a:xfrm>
          <a:prstGeom prst="roundRect">
            <a:avLst>
              <a:gd name="adj" fmla="val 432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69850" dir="2700000" algn="bl" rotWithShape="0">
              <a:srgbClr val="75BAE6">
                <a:alpha val="100000"/>
              </a:srgbClr>
            </a:outerShdw>
          </a:effectLst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53ED5D-1690-A8F3-FAF4-256C75B7E9DC}"/>
              </a:ext>
            </a:extLst>
          </p:cNvPr>
          <p:cNvSpPr/>
          <p:nvPr/>
        </p:nvSpPr>
        <p:spPr>
          <a:xfrm>
            <a:off x="872965" y="840105"/>
            <a:ext cx="2967276" cy="370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Architecture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BB7F40-18A8-4E6D-2FEB-87DB5A508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31" y="1396650"/>
            <a:ext cx="10756232" cy="6083174"/>
          </a:xfrm>
          <a:prstGeom prst="round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2901396-6356-4AE6-D2F6-AF1C073FE556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2500C31-12CC-BA8F-7755-50885E7B3607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7ABAEF-EF6F-1E0B-1B2F-8381E919B068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EF7887-5A95-CA6D-DC8F-EEFD89795B46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453F35A-4C24-81EA-A5D3-3F4775BC6B28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0ECE926-3F2F-40A8-3562-4022A7751AA6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4881F20-41DB-EF11-7212-47A59D4C1A17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8FF9D3-C906-3E48-709A-8F5B3EDAE6EC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9C47849-CE70-AE07-D3D8-D23F6602D923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754B36-8EDD-8B7C-914E-5CB4DEF7CD2D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CEA8067-FF61-1B49-8A32-D430E6C1E854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954F74-F53D-332C-FB76-C8D03EED211B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061835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User Agent (UA)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3F4DC611-C6D0-A1DD-C0CC-A6DC712E4705}"/>
              </a:ext>
            </a:extLst>
          </p:cNvPr>
          <p:cNvSpPr/>
          <p:nvPr/>
        </p:nvSpPr>
        <p:spPr>
          <a:xfrm>
            <a:off x="1115952" y="1452999"/>
            <a:ext cx="12311290" cy="2490346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14DE908D-744F-06C5-F201-611CCCB89756}"/>
              </a:ext>
            </a:extLst>
          </p:cNvPr>
          <p:cNvSpPr/>
          <p:nvPr/>
        </p:nvSpPr>
        <p:spPr>
          <a:xfrm>
            <a:off x="1115953" y="1452999"/>
            <a:ext cx="107090" cy="2490346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49CAD704-C33A-6C05-CDEF-03F7ACC63353}"/>
              </a:ext>
            </a:extLst>
          </p:cNvPr>
          <p:cNvSpPr/>
          <p:nvPr/>
        </p:nvSpPr>
        <p:spPr>
          <a:xfrm>
            <a:off x="1317764" y="1852613"/>
            <a:ext cx="3214280" cy="130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Role</a:t>
            </a:r>
            <a:endParaRPr 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Rectangle 11">
            <a:extLst>
              <a:ext uri="{FF2B5EF4-FFF2-40B4-BE49-F238E27FC236}">
                <a16:creationId xmlns:a16="http://schemas.microsoft.com/office/drawing/2014/main" id="{AEB99367-3295-73AB-E78B-C4B97DDE0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9840" y="2010619"/>
            <a:ext cx="1016954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Acts as the interface between the user and the e-mail system.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Allows users to compose, send, receive, read, reply to, forward, and organize e-mails.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Accepts messages from the user and passes them to the Message Transfer Agent (MTA).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Displays incoming messages to the user in a readable format.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Manages attachments, folders, and contacts.</a:t>
            </a:r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94EA4A29-D10A-21EC-9281-5967E0C39189}"/>
              </a:ext>
            </a:extLst>
          </p:cNvPr>
          <p:cNvSpPr/>
          <p:nvPr/>
        </p:nvSpPr>
        <p:spPr>
          <a:xfrm>
            <a:off x="1115952" y="4157261"/>
            <a:ext cx="12311290" cy="3155556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BFAB7B0D-6EBE-DF8D-2230-503A05756B8B}"/>
              </a:ext>
            </a:extLst>
          </p:cNvPr>
          <p:cNvSpPr/>
          <p:nvPr/>
        </p:nvSpPr>
        <p:spPr>
          <a:xfrm>
            <a:off x="1115953" y="4157261"/>
            <a:ext cx="107090" cy="3155556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E4692667-3459-18BC-198C-F03FF890F0F8}"/>
              </a:ext>
            </a:extLst>
          </p:cNvPr>
          <p:cNvSpPr/>
          <p:nvPr/>
        </p:nvSpPr>
        <p:spPr>
          <a:xfrm>
            <a:off x="1317764" y="4320209"/>
            <a:ext cx="3214280" cy="130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Type</a:t>
            </a:r>
            <a:endParaRPr 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1" name="Rectangle 13">
            <a:extLst>
              <a:ext uri="{FF2B5EF4-FFF2-40B4-BE49-F238E27FC236}">
                <a16:creationId xmlns:a16="http://schemas.microsoft.com/office/drawing/2014/main" id="{984749BC-E4E2-E3EF-C1CD-E1E1DFA78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9840" y="4450495"/>
            <a:ext cx="950781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1. Command-Line Based UA: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 mail program on Unix/Linux systems.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Text-based interface, minimal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2. GUI-Based UA: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 Microsoft Outlook, Thunderbird.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User-friendly interface with rich features (drag-and-drop, formatting).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3. Web-Based UA: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 Gmail, Yahoo Mail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User-friendly interface with rich features.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652055-D69A-6AD9-6C60-A2331BCE0F2F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A032A1B-785F-C923-67ED-A157DFA6C123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A1835A-FAB3-529A-6F42-1953DB466659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C2E1FF-24BA-EFD5-D087-B9CB45A4BD29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367C37A-8683-DA71-E788-994D81657844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020A60-95E5-CCBA-C32E-29B233BAC506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B70615-E9E6-11CD-64F4-8698397575CD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67F456-96F3-81D1-697C-E3FD53C4DBBA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39CD9F-B641-6CDA-E93A-710586E1798A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D656F3-55BB-DCEC-60EE-077ECF0DA2AD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A2E35A-2A05-C390-9EE0-72F8160BC120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68213E-CF06-F04F-33A3-952C6CFF0D75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0767C6-ECD1-9988-6C16-43F41C15C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9691D7-2C67-F4FA-F695-0B508490F099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46416A-CF3E-07F3-EE18-F39183CCB033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User Agent (UA)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26" name="Picture 2" descr="How to Use the Linux mail Command {10 Examples}">
            <a:extLst>
              <a:ext uri="{FF2B5EF4-FFF2-40B4-BE49-F238E27FC236}">
                <a16:creationId xmlns:a16="http://schemas.microsoft.com/office/drawing/2014/main" id="{6F1017B6-D72C-CA68-CA09-4FDA55F61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521" y="1340082"/>
            <a:ext cx="6051616" cy="198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Thunderbird — Free Your Inbox. — Thunderbird">
            <a:extLst>
              <a:ext uri="{FF2B5EF4-FFF2-40B4-BE49-F238E27FC236}">
                <a16:creationId xmlns:a16="http://schemas.microsoft.com/office/drawing/2014/main" id="{38060954-1ECE-0F39-6285-7FC09F30E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5924" y="2135799"/>
            <a:ext cx="6076139" cy="3804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ow to Download and Backup All Gmail Emails [Guide]">
            <a:extLst>
              <a:ext uri="{FF2B5EF4-FFF2-40B4-BE49-F238E27FC236}">
                <a16:creationId xmlns:a16="http://schemas.microsoft.com/office/drawing/2014/main" id="{B923788C-CB94-D3FE-5D65-9B77328FA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8" y="3927268"/>
            <a:ext cx="5762525" cy="3242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23508C-AC1E-C356-65BC-87C97C054B92}"/>
              </a:ext>
            </a:extLst>
          </p:cNvPr>
          <p:cNvSpPr txBox="1"/>
          <p:nvPr/>
        </p:nvSpPr>
        <p:spPr>
          <a:xfrm>
            <a:off x="2603456" y="3326426"/>
            <a:ext cx="272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Command-line based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94A621-75C4-9BBD-4121-27C07610D711}"/>
              </a:ext>
            </a:extLst>
          </p:cNvPr>
          <p:cNvSpPr txBox="1"/>
          <p:nvPr/>
        </p:nvSpPr>
        <p:spPr>
          <a:xfrm>
            <a:off x="10301694" y="5907197"/>
            <a:ext cx="272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GUI based UA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EF1BEC-62CA-D55C-ADB3-DE35CBEFB8D7}"/>
              </a:ext>
            </a:extLst>
          </p:cNvPr>
          <p:cNvSpPr txBox="1"/>
          <p:nvPr/>
        </p:nvSpPr>
        <p:spPr>
          <a:xfrm>
            <a:off x="2895747" y="7148783"/>
            <a:ext cx="272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Web based UA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3D86A6-94FF-0F58-9177-6492470AE6AD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24D939-36AC-8A36-1548-F14EE659BBBA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C7F313A-45C7-F462-568B-53BABB38FDCE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8D80D89-B40F-035B-E7C1-D71C6BC6A9AB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69EB5F1-E742-A652-5E38-2F7B9D8F4987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18DE231-5B59-7BD8-C720-FA0D920A68DC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922EDA4-E907-CE25-4136-6C559613915A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8EF0C49-4818-0904-0677-8653D93326C4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84746C-1DE1-80D5-6802-B1D005A913FC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83776AE-962A-DA57-5779-F64D394F57FA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709FAC0-B0FC-744E-30FD-59650F57ECCE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F142D2F-81A6-5446-8C83-29524DC5547F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855189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0F7FFE-A3E9-AA69-5485-23E31A80F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1FF9E4-F5F7-FDF4-4725-8175B689EAB5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A5F21F-CC67-606B-A77F-95663C91674E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48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</a:rPr>
              <a:t>MTA(Message Transfer Agent)</a:t>
            </a:r>
            <a:endParaRPr lang="en-US" sz="48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570C77-2EE1-7FE5-B16C-C8A7E3A12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963" y="4382615"/>
            <a:ext cx="10350473" cy="2989616"/>
          </a:xfrm>
          <a:prstGeom prst="rect">
            <a:avLst/>
          </a:prstGeom>
        </p:spPr>
      </p:pic>
      <p:sp>
        <p:nvSpPr>
          <p:cNvPr id="11" name="Shape 2">
            <a:extLst>
              <a:ext uri="{FF2B5EF4-FFF2-40B4-BE49-F238E27FC236}">
                <a16:creationId xmlns:a16="http://schemas.microsoft.com/office/drawing/2014/main" id="{995EAF58-4B0F-87DA-42C1-CE6593267320}"/>
              </a:ext>
            </a:extLst>
          </p:cNvPr>
          <p:cNvSpPr/>
          <p:nvPr/>
        </p:nvSpPr>
        <p:spPr>
          <a:xfrm>
            <a:off x="1103921" y="1568364"/>
            <a:ext cx="12311290" cy="1561007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8D81470A-BB12-20CC-5ECF-8F5E0F74CBE2}"/>
              </a:ext>
            </a:extLst>
          </p:cNvPr>
          <p:cNvSpPr/>
          <p:nvPr/>
        </p:nvSpPr>
        <p:spPr>
          <a:xfrm>
            <a:off x="1103922" y="1568364"/>
            <a:ext cx="107090" cy="1561007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6C2602-EA22-3C9B-01D2-4C2DB9EC4F47}"/>
              </a:ext>
            </a:extLst>
          </p:cNvPr>
          <p:cNvSpPr txBox="1"/>
          <p:nvPr/>
        </p:nvSpPr>
        <p:spPr>
          <a:xfrm>
            <a:off x="1215189" y="1641612"/>
            <a:ext cx="120195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Message Transfer Agent (MTA)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responsible for transferring e-mails from the sender’s mail server to the recipient’s mail server. It works silently in the background without requiring user interaction. When a user sends an e-mail, the MTA accepts the outgoing mail from the User Agent (UA), determines the route to the destination, and relays the mail until it reaches the recipient’s MTA.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F573AE16-4F51-18D5-D4C5-58D4E5E4C2E7}"/>
              </a:ext>
            </a:extLst>
          </p:cNvPr>
          <p:cNvSpPr/>
          <p:nvPr/>
        </p:nvSpPr>
        <p:spPr>
          <a:xfrm>
            <a:off x="1103922" y="3334297"/>
            <a:ext cx="12311290" cy="780504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B5A87EC4-4849-BA83-B1EA-BE82E8D54EF9}"/>
              </a:ext>
            </a:extLst>
          </p:cNvPr>
          <p:cNvSpPr/>
          <p:nvPr/>
        </p:nvSpPr>
        <p:spPr>
          <a:xfrm>
            <a:off x="1103923" y="3334297"/>
            <a:ext cx="107090" cy="780504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FFBBFB-E579-78D0-0519-02C004548336}"/>
              </a:ext>
            </a:extLst>
          </p:cNvPr>
          <p:cNvSpPr txBox="1"/>
          <p:nvPr/>
        </p:nvSpPr>
        <p:spPr>
          <a:xfrm>
            <a:off x="1211013" y="3398837"/>
            <a:ext cx="9569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perform this transfer, MTAs use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Simple Mail Transfer Protocol (SMTP)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E9BA00-6E6F-7B3D-F626-EA0D5A7556F3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F8627CB-0B8F-7F54-4A1E-6F1826D9303C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A1654B-96B0-887B-8B39-BE8687D89E5A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8E6B7F-5EBB-F9C2-70E9-32F4E7C7294E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CCFF772-4657-BDEF-DF0C-12AFBC53AD66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BC02C1F-3D45-3696-F927-6F31AACAD5E8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2A99B97-125F-E37E-3924-5503117EB810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6BE23B-F18F-4817-E7E6-9B7F8D164F75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586B249-7EF2-4873-5E0F-F5208AEB0A3B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EE1F310-02EB-F214-CDF5-6B843234B8A0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45548CA-8A1C-AD3B-06EA-64490FE504CB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0F6B89B-7F2D-E107-720D-5CC90CA77A45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842565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8FC5CC-12C2-D34D-4766-8A2C99442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91E827-B6FF-1545-2702-ADB925F27B1B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A9951B-7832-238F-FA1B-16C287C6383C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48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</a:rPr>
              <a:t>SMTP(Simple Mail transfer Protocol)</a:t>
            </a:r>
            <a:endParaRPr lang="en-US" sz="48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F93BFD-DF47-D7BB-C676-55742B859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7434" y="3687488"/>
            <a:ext cx="7989887" cy="315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37AA622A-DCEC-87A4-FF92-8A7CA551FDDA}"/>
              </a:ext>
            </a:extLst>
          </p:cNvPr>
          <p:cNvSpPr/>
          <p:nvPr/>
        </p:nvSpPr>
        <p:spPr>
          <a:xfrm>
            <a:off x="1266646" y="1747135"/>
            <a:ext cx="12311290" cy="1561007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6C0E96D3-651C-0F6C-DCA0-39B75B10DAAD}"/>
              </a:ext>
            </a:extLst>
          </p:cNvPr>
          <p:cNvSpPr/>
          <p:nvPr/>
        </p:nvSpPr>
        <p:spPr>
          <a:xfrm>
            <a:off x="1266647" y="1747135"/>
            <a:ext cx="107090" cy="1561007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BC616-4FDA-664D-B178-3CFE979A95CE}"/>
              </a:ext>
            </a:extLst>
          </p:cNvPr>
          <p:cNvSpPr txBox="1"/>
          <p:nvPr/>
        </p:nvSpPr>
        <p:spPr>
          <a:xfrm>
            <a:off x="1479424" y="1888349"/>
            <a:ext cx="118067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SMTP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a standard Internet protocol designed to send and relay e-mails. It is 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push protocol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meaning it pushes e-mails from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sender’s server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toward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receiver’s server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SMTP uses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TCP port 25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reliable communication and relies on commands like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HELO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MAIL FROM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RCPT TO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exchange messages between mail servers.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B6A9C-C601-B367-3374-821472DCFA25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63C197A-5111-B4CC-FD93-F9FEDF498776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CC21354-76EE-EA4D-C4BE-3F3CC39C4D8D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A63FE0B-3381-2F7D-BAA0-D725C4DD802F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AFFC415-7A21-E453-03B0-C6D0640BAFC6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4B83619-3FA3-7355-CEEB-5AC4267F32A8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3E6B406-8A8B-49F2-C272-EE84B91A7EA1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101E84-5851-4817-D951-D6950F7BA39B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01003B-7AB7-6255-2489-17CBDBFF2F21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4DBF1D5-CB30-0900-C124-1E4962F585F5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3B088B-2F63-B701-E78C-889FD3A9AC1A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B2CE186-C96D-0F94-5E2B-5E8B76D11F50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059181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FF1CCCE-0CF5-5D30-1AFD-63ABB3019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761360-5E22-BB8B-9189-39AE524A9507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B989F5-3FDA-5D72-31BC-76035BFF1A9B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SMTP commands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E42A36-8F17-E62E-C13D-F353D5D7A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113" y="1852612"/>
            <a:ext cx="8926171" cy="59730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3AFF72-0107-F8DA-4FE8-80DEC45B8664}"/>
              </a:ext>
            </a:extLst>
          </p:cNvPr>
          <p:cNvSpPr txBox="1"/>
          <p:nvPr/>
        </p:nvSpPr>
        <p:spPr>
          <a:xfrm>
            <a:off x="1058228" y="1276790"/>
            <a:ext cx="6016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Commands are sent from the client to the server.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750989-5E39-7AA2-8F41-6E9BF80CF2ED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21C8ED-2508-39C8-A548-3838008E4E5F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AB5809D-FA9B-96FC-1C5D-2D71D832E406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28FE35-F4FD-9AE9-2776-5E98C73EE265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322A8D-C47F-199E-3F71-388A015B8CBD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DFAC4CD-2F65-4A90-1C23-BEFE416C3F1E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CF86C3-9913-19BA-E1C1-75A49E814204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E1D29EA-0B97-57B6-D0D9-C03BDF2EDE8D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329E6E-9BA5-E0CF-0E9F-AC37C29B90CC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06C3BB-7BB4-36BA-9633-59914B927B90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94DFC1-647B-8092-3FFC-99500AB398EE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2E3BD0-9546-7B14-70F9-0A38EDF8D907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423733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4489D3-FAF1-067D-760E-26396B890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54D254-FE55-BDC5-5E26-F51D35199B72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593B7C-EEFB-6722-8E42-7B993A18D771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SMTP responses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A7D89-0037-C9C6-073B-FA924763C9BA}"/>
              </a:ext>
            </a:extLst>
          </p:cNvPr>
          <p:cNvSpPr txBox="1"/>
          <p:nvPr/>
        </p:nvSpPr>
        <p:spPr>
          <a:xfrm>
            <a:off x="1064388" y="1239083"/>
            <a:ext cx="8488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Responses are sent from the server to the client. A response is a three-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digit code that may be followed by additional textual information.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B3C19-91B3-770B-A0D3-6F88176CD1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603"/>
          <a:stretch>
            <a:fillRect/>
          </a:stretch>
        </p:blipFill>
        <p:spPr>
          <a:xfrm>
            <a:off x="674398" y="2058729"/>
            <a:ext cx="6640802" cy="52680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0A7C7A-FB72-9BA6-3405-40FB06AD5D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840"/>
          <a:stretch>
            <a:fillRect/>
          </a:stretch>
        </p:blipFill>
        <p:spPr>
          <a:xfrm>
            <a:off x="7345723" y="2747843"/>
            <a:ext cx="6640802" cy="31341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FD0F580-1FC1-F34B-D250-570B33C474DD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45977F-E81B-CF1A-F007-FF248CA67393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8DB8F7-B357-ABA5-EAF4-5A913DE95280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79A690-BE37-B786-5515-71DC0F9ED348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6DC8E1-5ACD-AB99-9B9E-0F1715364C68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964099-9C90-3EB4-453E-CBC2040174EC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99DD19-B73A-C908-6B3C-3D7780D01A34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0CF34E-3A56-DF12-F1BB-1997BF805087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2BEB8E-385A-4ACC-1ACE-A2479F17EED4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E0C629D-C694-10F7-EA7A-A0A15BD2B250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18B2D46-2346-2B0F-7E71-F713E145534B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15072C-1AD3-7DCD-EDDA-1D9EFA5DE7D0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937429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453A561-F3CC-CE8E-AA86-72819B999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B31BF2-465A-7764-64E1-D552BB074500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AAFEB0-5934-4BA8-580A-B5AF4449426E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Mail transfer phrases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0C49902-94AE-CEA6-D2E6-DC9A160B74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0457330"/>
              </p:ext>
            </p:extLst>
          </p:nvPr>
        </p:nvGraphicFramePr>
        <p:xfrm>
          <a:off x="1263316" y="2526632"/>
          <a:ext cx="5221705" cy="2827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E089910-AA14-164F-956E-BA1733875F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3723" y="1323305"/>
            <a:ext cx="5643361" cy="63229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2C6BA8-6ADB-38A3-1051-DE6929720E4C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35E9C6-6946-44F9-6BA7-FA2314D198A4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12CA56-DC5B-BB3D-F7DB-6A0AAF738A5A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04FAD7A-CBE7-6698-3F6D-6E87361490DE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52744A-B2FD-E0EF-1D36-2DAD2F05D010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A2D749-5418-7DC0-0BE8-A7F0E9A7B933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AA74CE-184A-11E0-3A8E-33DB1427BB48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CCA9952-2A1A-0963-B308-830613A8B657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09D08A8-82AE-FB07-CEC5-98C1AC621373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4AEE9A0-0035-FCA3-1F4C-AB0AE1566BFE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B3EE79-9BB8-853C-5CEE-6174345A4A7A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49112C4-2B7F-6BAE-BB1E-0DC0A0A843F7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195211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9B0A1B0-DDF8-D57F-F625-F1E79B22E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7DFDC0-0331-FDC5-FA5C-2D9FFB3252C6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CD22D0-BEF4-579A-76E7-BC2A6AAA5290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Connection Establishment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4281CF8-9736-211D-9B2E-54597EC085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8629943"/>
              </p:ext>
            </p:extLst>
          </p:nvPr>
        </p:nvGraphicFramePr>
        <p:xfrm>
          <a:off x="1371600" y="2585485"/>
          <a:ext cx="11899232" cy="3380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9A3493B-4CBB-4ED1-2ED8-8491CA8FA97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79256"/>
          <a:stretch>
            <a:fillRect/>
          </a:stretch>
        </p:blipFill>
        <p:spPr>
          <a:xfrm>
            <a:off x="3412100" y="5630936"/>
            <a:ext cx="7379578" cy="1741295"/>
          </a:xfrm>
          <a:prstGeom prst="rect">
            <a:avLst/>
          </a:prstGeom>
        </p:spPr>
      </p:pic>
      <p:sp>
        <p:nvSpPr>
          <p:cNvPr id="11" name="Shape 2">
            <a:extLst>
              <a:ext uri="{FF2B5EF4-FFF2-40B4-BE49-F238E27FC236}">
                <a16:creationId xmlns:a16="http://schemas.microsoft.com/office/drawing/2014/main" id="{EA63B2E9-B435-F8C6-F2AB-82F707973D4E}"/>
              </a:ext>
            </a:extLst>
          </p:cNvPr>
          <p:cNvSpPr/>
          <p:nvPr/>
        </p:nvSpPr>
        <p:spPr>
          <a:xfrm>
            <a:off x="1238060" y="1383242"/>
            <a:ext cx="12311290" cy="936741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C7037BE1-9E45-83E4-094A-90665A3C4005}"/>
              </a:ext>
            </a:extLst>
          </p:cNvPr>
          <p:cNvSpPr/>
          <p:nvPr/>
        </p:nvSpPr>
        <p:spPr>
          <a:xfrm>
            <a:off x="1238061" y="1383242"/>
            <a:ext cx="107090" cy="936741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8121CF-F788-1DB8-BC74-D048BC93A67B}"/>
              </a:ext>
            </a:extLst>
          </p:cNvPr>
          <p:cNvSpPr txBox="1"/>
          <p:nvPr/>
        </p:nvSpPr>
        <p:spPr>
          <a:xfrm>
            <a:off x="1466659" y="1529446"/>
            <a:ext cx="114540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After a TCP connection is made to port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the SMTP server begins the connection phase, which ensures both client and server are ready for communication.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365744-2684-4A78-57E7-D8DB63DF1AB6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1EE462-AF1F-1726-F54F-2F971BBD691D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961088A-03F6-19DB-BF95-CE3C0DCC99A2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2D7880-F859-01EB-A04A-1DB643D1C003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DC2073-5DB7-5A7A-8A74-EC41CA1F2E17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5FB599C-9273-61F2-C37C-B847FF738F74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EDD45B5-80D5-26E6-7239-AFF0080DCD45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6EF26EB-E69F-509B-2EE8-CD8151848695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8C2365A-9025-2A87-5318-90A2D68BDD63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2B458D7-D2D9-7BE5-0A61-1C2F4314F444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B675CA0-CEF2-E9D1-87A9-604CDB51B017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6868E68-8D43-014C-11A5-5879D3788A7F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104016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55A0AD0-0695-2126-DF40-623439DD7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05B69C-EB84-6D77-6D7D-8AAB52DA8E6D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F5CE4D-25C3-0322-6036-2AB95584A324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transfer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058D0CF-5BA6-3E3D-BB4A-324E7502C6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2432930"/>
              </p:ext>
            </p:extLst>
          </p:nvPr>
        </p:nvGraphicFramePr>
        <p:xfrm>
          <a:off x="959701" y="2016919"/>
          <a:ext cx="8051951" cy="5355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65B7872-C114-39DF-84C9-0922F6719E9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879" t="19982" r="9177" b="12086"/>
          <a:stretch>
            <a:fillRect/>
          </a:stretch>
        </p:blipFill>
        <p:spPr>
          <a:xfrm>
            <a:off x="9249278" y="2901951"/>
            <a:ext cx="4737247" cy="4295275"/>
          </a:xfrm>
          <a:prstGeom prst="rect">
            <a:avLst/>
          </a:prstGeom>
        </p:spPr>
      </p:pic>
      <p:sp>
        <p:nvSpPr>
          <p:cNvPr id="9" name="Shape 2">
            <a:extLst>
              <a:ext uri="{FF2B5EF4-FFF2-40B4-BE49-F238E27FC236}">
                <a16:creationId xmlns:a16="http://schemas.microsoft.com/office/drawing/2014/main" id="{4A20EE7F-BA38-D098-ECC0-9757DDCFCB11}"/>
              </a:ext>
            </a:extLst>
          </p:cNvPr>
          <p:cNvSpPr/>
          <p:nvPr/>
        </p:nvSpPr>
        <p:spPr>
          <a:xfrm>
            <a:off x="1007829" y="1218953"/>
            <a:ext cx="12311290" cy="716632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B134F7E8-99D5-4605-9DB0-B3FB6E407A7C}"/>
              </a:ext>
            </a:extLst>
          </p:cNvPr>
          <p:cNvSpPr/>
          <p:nvPr/>
        </p:nvSpPr>
        <p:spPr>
          <a:xfrm>
            <a:off x="1007830" y="1218953"/>
            <a:ext cx="107090" cy="716632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54F09-5735-B44D-4BE8-52E05C314594}"/>
              </a:ext>
            </a:extLst>
          </p:cNvPr>
          <p:cNvSpPr txBox="1"/>
          <p:nvPr/>
        </p:nvSpPr>
        <p:spPr>
          <a:xfrm>
            <a:off x="1114920" y="1218952"/>
            <a:ext cx="10960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Once the connection is established, the SMTP client and server exchange messages to deliver the email. The process involves eight steps: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6F8AF5-417B-075E-1B73-3576C7A0218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893" r="15407" b="90455"/>
          <a:stretch>
            <a:fillRect/>
          </a:stretch>
        </p:blipFill>
        <p:spPr>
          <a:xfrm>
            <a:off x="9116473" y="2278218"/>
            <a:ext cx="4506097" cy="6149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71FC73-A270-7CBF-7283-ABE1A688DA97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96617D-FF72-EBDC-AAE7-12FAB253A5E1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9EE1B7-D41A-32AE-A7FF-795A663E6B6D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7C5BBF-EEC7-729B-E35D-7B9A53BB4456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33E4E5E-966B-57CF-889C-755B4F2A6D13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EB61D94-33B1-65BD-8E22-181A956D3DFE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861FA5D-B03C-EF64-6FE0-75CB1A29CC7C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0CAAA1-DEB3-A18F-34B7-F3EA03708A02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5CD2A82-583B-0C94-D233-5EB15B565620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427E966-B92A-E37A-7E8D-1DB60163113D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E7BDB7C-554E-8CDB-261C-27E1A4B4F46F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F65D28F-1D91-0E4B-4F10-B2D491215681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961220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7A9DF3-50F1-533B-52F5-0A65CEF7D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DE6282-403D-BC13-3F0E-E93711B012EE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540895-35A8-FF96-9F7A-239CF2B6DB5A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Connection Termination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4FCA001-B292-5742-FABF-CD71990D8B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1744408"/>
              </p:ext>
            </p:extLst>
          </p:nvPr>
        </p:nvGraphicFramePr>
        <p:xfrm>
          <a:off x="2279711" y="2390906"/>
          <a:ext cx="8531264" cy="1775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A2F41EE-8AAE-77A4-EBBA-C08EBE9FD6A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87533"/>
          <a:stretch>
            <a:fillRect/>
          </a:stretch>
        </p:blipFill>
        <p:spPr>
          <a:xfrm>
            <a:off x="2460183" y="5474119"/>
            <a:ext cx="9085593" cy="1269081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2F8993A7-788E-B374-336D-3A74C14AF766}"/>
              </a:ext>
            </a:extLst>
          </p:cNvPr>
          <p:cNvSpPr/>
          <p:nvPr/>
        </p:nvSpPr>
        <p:spPr>
          <a:xfrm>
            <a:off x="1058228" y="1366325"/>
            <a:ext cx="12311290" cy="676286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E6D6F9BE-A032-09F3-38C6-A55C77276F99}"/>
              </a:ext>
            </a:extLst>
          </p:cNvPr>
          <p:cNvSpPr/>
          <p:nvPr/>
        </p:nvSpPr>
        <p:spPr>
          <a:xfrm>
            <a:off x="1058229" y="1366325"/>
            <a:ext cx="107090" cy="676286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D7DD1-96D2-B958-AC4F-ACA474AE43A0}"/>
              </a:ext>
            </a:extLst>
          </p:cNvPr>
          <p:cNvSpPr txBox="1"/>
          <p:nvPr/>
        </p:nvSpPr>
        <p:spPr>
          <a:xfrm>
            <a:off x="1165319" y="1486400"/>
            <a:ext cx="11875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After the message is successfully delivered, the SMTP client closes the session with the server.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E2517D-D2FE-CBC6-3857-F4862B68AB9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893" r="15407" b="90455"/>
          <a:stretch>
            <a:fillRect/>
          </a:stretch>
        </p:blipFill>
        <p:spPr>
          <a:xfrm>
            <a:off x="2804028" y="4690022"/>
            <a:ext cx="7350624" cy="9882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5A8868C-DA30-80F5-6E8F-D4EEC8EFB055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01C4A27-446B-9A1C-DEB5-EF2A8F230152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2070B8-7C9A-0FFC-C49B-A3339499E9E8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D492549-FCF9-38C8-82A9-47EB6A34F66A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79A95DC-F927-793F-D509-6CC0FB123C92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619AD19-C1A2-A432-1BC0-1357838E44F4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3C43E5-E42C-24B6-3637-9B9B32DF9374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BCA4F3D-3EA8-A90A-FB70-EFDC459C6595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066A573-CDAD-C5BE-1C1E-7539585E3E07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1CA3DF7-B2F3-2074-88A1-AD4EB96DA7D6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87AD98A-D9CD-AE30-C5D9-A7AB9FE4D114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B383F1A-AD5A-CBE4-242F-044395DEA911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111056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48F560-B9A5-FEFB-D3E7-4C6C90DA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809A6E-3D1F-AC25-E68C-C273383D94BA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1BF535-AC9D-62C0-F6F9-DEF2BF9B8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747" y="324853"/>
            <a:ext cx="6841639" cy="75798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5D53091-59DD-A2D8-0EE0-9E08ACC2943D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9FFE6D-CA2F-3D47-369F-1DF0198310FF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C9DC571-888F-E7A6-7ABE-C96F11D87B9D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122597B-602C-2A5B-81DF-58D17AEB6A90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436BFB-AE71-601C-E652-07743D9A02EF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B16CDC9-CE85-92BD-399E-F91E0E0762EC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F869FC6-89FA-0E2F-031E-7329D8B42F5D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40DA74D-4C9C-812B-2C00-65FDD73B7349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2997961-B647-371B-99C6-3279524A36BF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F576F45-612C-806A-481C-ED1A29635174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0717609-7F54-C612-7915-B3836506D403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6EBB444-7860-7042-DF02-ABDFA3B009EA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302327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9021414-BAE4-7ADD-1CC1-27BD67E16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0BA7CC-FF93-BFB5-47A4-35ACC01ADEBF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7CD9AE-3C59-A4AD-54D8-F365E2769778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Message Access Agent(MAA)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E418BA-541A-0AE1-89AD-BBC240EB1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871" y="4230306"/>
            <a:ext cx="7961312" cy="337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C4278993-C30D-8D57-3503-707B209B06F7}"/>
              </a:ext>
            </a:extLst>
          </p:cNvPr>
          <p:cNvSpPr/>
          <p:nvPr/>
        </p:nvSpPr>
        <p:spPr>
          <a:xfrm>
            <a:off x="1058229" y="1501780"/>
            <a:ext cx="12311290" cy="1553333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86CA7AA-AF43-CC54-1746-DF55F212EEBB}"/>
              </a:ext>
            </a:extLst>
          </p:cNvPr>
          <p:cNvSpPr/>
          <p:nvPr/>
        </p:nvSpPr>
        <p:spPr>
          <a:xfrm>
            <a:off x="1058230" y="1501780"/>
            <a:ext cx="107090" cy="1553333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2E87BB-3681-4065-010D-384A143BF329}"/>
              </a:ext>
            </a:extLst>
          </p:cNvPr>
          <p:cNvSpPr txBox="1"/>
          <p:nvPr/>
        </p:nvSpPr>
        <p:spPr>
          <a:xfrm>
            <a:off x="1335506" y="1631502"/>
            <a:ext cx="119593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Message Access Agent (MAA)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responsible for retrieving e-mails from the recipient’s mail server and delivering them to the user’s device. Unlike SMTP, which pushes mail from the sender to the server, MAA works as a pull mechanism – the user’s device requests (pulls) the emails from the server whenever they want to check their inbox.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D249D7B9-520B-0BA9-8141-40BEE4702F25}"/>
              </a:ext>
            </a:extLst>
          </p:cNvPr>
          <p:cNvSpPr/>
          <p:nvPr/>
        </p:nvSpPr>
        <p:spPr>
          <a:xfrm>
            <a:off x="1058230" y="3371660"/>
            <a:ext cx="12311290" cy="725856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E88916B-84BC-693B-6CB3-6494B23DBB3D}"/>
              </a:ext>
            </a:extLst>
          </p:cNvPr>
          <p:cNvSpPr/>
          <p:nvPr/>
        </p:nvSpPr>
        <p:spPr>
          <a:xfrm>
            <a:off x="1058231" y="3371660"/>
            <a:ext cx="107090" cy="725856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A18E8C-A169-6E64-3E0E-E683ED6F82E7}"/>
              </a:ext>
            </a:extLst>
          </p:cNvPr>
          <p:cNvSpPr txBox="1"/>
          <p:nvPr/>
        </p:nvSpPr>
        <p:spPr>
          <a:xfrm>
            <a:off x="1304133" y="3368666"/>
            <a:ext cx="112649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Two main protocols are used for this purpose: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POP3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IMAP4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POP3 is simple and allows users to download their messages,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5C5BC2-DD30-A120-58DE-1ECFFB2E38EC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778C80-E297-7EBC-B046-885B67342244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4E6E5DE-7777-8C47-53E5-722C3E21A4B0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974C2BE-B772-1C86-BAD1-AC66794340BE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FC7CFD7-1DBF-FD42-7D40-4F450D40226E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EB3BEF9-4625-BA96-276B-B706D22A4D15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D1AF923-D2DF-BA36-16F4-F87BA932D272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EB48E1-0209-40CA-C98E-416C75AA8539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B3C5919-A45B-8C38-7CFF-458191CBD336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7CC570C-6BFE-B2D5-A269-3221874DD44C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6C7DC9C-B4B3-F67A-8609-6A7EFD2F119C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704CA66-8241-1795-607B-3754C2837883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255974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226A64-51CA-E81F-814E-0B52FE13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99E94E-C050-FF85-3F7E-A61CB6B1FF83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D5DFAB-D976-E2CD-DC83-A778AD1FA722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POP3(Post Office Protocol, v3)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56CA1440-D541-69E5-AD5B-72CD134947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7967401"/>
              </p:ext>
            </p:extLst>
          </p:nvPr>
        </p:nvGraphicFramePr>
        <p:xfrm>
          <a:off x="2021305" y="4878080"/>
          <a:ext cx="10386463" cy="2748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Shape 2">
            <a:extLst>
              <a:ext uri="{FF2B5EF4-FFF2-40B4-BE49-F238E27FC236}">
                <a16:creationId xmlns:a16="http://schemas.microsoft.com/office/drawing/2014/main" id="{C86DFAC1-3119-4690-76CB-D02EE947AB38}"/>
              </a:ext>
            </a:extLst>
          </p:cNvPr>
          <p:cNvSpPr/>
          <p:nvPr/>
        </p:nvSpPr>
        <p:spPr>
          <a:xfrm>
            <a:off x="1323474" y="1575483"/>
            <a:ext cx="12311290" cy="1299895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74CA7F65-F207-8A2B-5251-EA0B180B2019}"/>
              </a:ext>
            </a:extLst>
          </p:cNvPr>
          <p:cNvSpPr/>
          <p:nvPr/>
        </p:nvSpPr>
        <p:spPr>
          <a:xfrm>
            <a:off x="1323475" y="1575483"/>
            <a:ext cx="107090" cy="1299895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09DA19-738C-7C56-5F61-356FA31F74A6}"/>
              </a:ext>
            </a:extLst>
          </p:cNvPr>
          <p:cNvSpPr txBox="1"/>
          <p:nvPr/>
        </p:nvSpPr>
        <p:spPr>
          <a:xfrm>
            <a:off x="1532690" y="1732041"/>
            <a:ext cx="115353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POP3 is a simple, widely used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mail access protocol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that downloads emails from the server to the recipient’s computer. POP3 client software runs on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recipient’s device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while POP3 server software runs on the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mail server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7B2949C9-D825-88DC-201E-0FE1C916E69B}"/>
              </a:ext>
            </a:extLst>
          </p:cNvPr>
          <p:cNvSpPr/>
          <p:nvPr/>
        </p:nvSpPr>
        <p:spPr>
          <a:xfrm>
            <a:off x="1317763" y="3054354"/>
            <a:ext cx="12317001" cy="1732547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977B71D4-CC6A-76D9-D8E1-843ADC73FB2D}"/>
              </a:ext>
            </a:extLst>
          </p:cNvPr>
          <p:cNvSpPr/>
          <p:nvPr/>
        </p:nvSpPr>
        <p:spPr>
          <a:xfrm>
            <a:off x="1317763" y="3054354"/>
            <a:ext cx="108099" cy="1732547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1BCF91-14E9-CF5C-9903-1756E8E1E11E}"/>
              </a:ext>
            </a:extLst>
          </p:cNvPr>
          <p:cNvSpPr txBox="1"/>
          <p:nvPr/>
        </p:nvSpPr>
        <p:spPr>
          <a:xfrm>
            <a:off x="1755749" y="3686053"/>
            <a:ext cx="77249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client opens a connection to the server on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TCP port 110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username and password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authenticate the mailbox.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Lists available messages and retrieves them one by one.</a:t>
            </a: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A01EFA7-3450-812D-7927-BBBCE6DD572E}"/>
              </a:ext>
            </a:extLst>
          </p:cNvPr>
          <p:cNvSpPr/>
          <p:nvPr/>
        </p:nvSpPr>
        <p:spPr>
          <a:xfrm>
            <a:off x="1532690" y="3379403"/>
            <a:ext cx="3214280" cy="130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How it works:</a:t>
            </a:r>
            <a:endParaRPr 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60D0F8-7897-43F0-C6A8-D0F074C459C6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3240E67-4569-4E36-1C54-AC093D7424E6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B0973E-845D-5E4D-BE40-5C6F55AC2366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D22762-0601-3E8A-5272-02490739ECD1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1B36FE1-3E7A-2A5F-3741-DACE69E33B16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B3BE27-FBE9-7D43-C0B3-ED924685AAAD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88373E-CDDD-DBD4-EC60-1FA3E9D9EDAA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86CBB60-09B5-97B1-0C9E-05F7C9ED7917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4D0817-08F7-0B40-D194-BB11FB1BE81D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82D5533-EE67-F64F-547E-E733E4E1209F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B630002-5D0F-F6BC-9C29-361D2F96FB3A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22471B5-E1D0-0229-E193-39F846184E65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531805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A4C5B7-D973-2C3C-1818-CE25213E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D58518-7542-E690-540F-1A3FD9D27FB9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0D9E98-C37E-28BC-6E82-4626E1DAD378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POP3 workflow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7BAD1F7-7628-ED77-37D3-E78C72D1C6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7060019"/>
              </p:ext>
            </p:extLst>
          </p:nvPr>
        </p:nvGraphicFramePr>
        <p:xfrm>
          <a:off x="842212" y="1407202"/>
          <a:ext cx="7315199" cy="6124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452BE7C-6520-013E-229F-A9C18AD62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749" y="1407202"/>
            <a:ext cx="4892649" cy="5721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5CABFE-4F24-2EEB-91A6-456D763EBF26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588CE7-AB8B-EF6D-4169-331135A842FB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21D0B2A-DB64-A296-1FE4-A7711CB9863D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B6EC85-5D8E-378F-1A97-CD83DA97EDF8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4E3A8A-336D-EBBC-9B3F-9A51CF09E064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4F1F89E-7A82-EA7E-53FA-E5A151BA3778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9E7AF65-59A5-FEFF-0919-D0F73047CEF5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A2AED00-5F2E-100D-27EE-0632BCD3E1D9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800CB48-B2BB-401A-A8DC-81ACB44AE0BA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43B9C05-AC7D-14EE-0D72-08B6E48626E7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6B3F8B9-22ED-3583-E569-0998A188E40B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89E24F8-77E9-D695-1435-7F1D05E8A131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51282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BD8A26-3C6B-D3CC-A60D-EA2577DA3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8CA650-E78A-CEC2-91E7-07DD2CD701DF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A6DAE0-5D76-9FE9-C5EE-9AACD2351CB6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</a:rPr>
              <a:t>About IMAP4(Internet Mail Transfer Protocol v4)</a:t>
            </a:r>
            <a:endParaRPr lang="en-US" sz="44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AB43DB0-6AE8-08BE-7A2B-62B222157C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8194308"/>
              </p:ext>
            </p:extLst>
          </p:nvPr>
        </p:nvGraphicFramePr>
        <p:xfrm>
          <a:off x="1984442" y="1298645"/>
          <a:ext cx="11001983" cy="5632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523D638-6516-8E0F-2AE5-B991A84AF65F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BFA581-64D1-D2A0-255A-51F277199257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0AEBAC-6941-39C4-50F9-34CB60C17832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D9646C-97FB-4276-5796-FA4C36D45ECF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7C3A-8E2A-C1FF-A338-8D1B631FBC1D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23CFC0-C33C-A69B-D1C8-F8D5F167DB3B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7A1CF8-04CE-C457-8AE2-3C1F28006C77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51B20E-4AD1-27E8-B490-12A040FA2B56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7E7E85-CE02-C542-C7A5-59966F4E6326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E0F0F6B-AE0C-61EA-D637-7612357DE0B7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1C29DC7-9098-8FF1-BFCF-B03389ACF20A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8FCE16C-2108-CAF3-BFAE-0EFF7FF8C16D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596130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849569C-B66C-E4C4-0695-5FD79484F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20A5E5-74D7-FAB7-E50D-08C31C485BC4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830D10-A8DF-2BC6-23A2-3CF129987268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</a:rPr>
              <a:t>POP3 vs IMAP4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0D96CD-D82F-8669-40F0-D00600A50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52252"/>
              </p:ext>
            </p:extLst>
          </p:nvPr>
        </p:nvGraphicFramePr>
        <p:xfrm>
          <a:off x="2110901" y="1852612"/>
          <a:ext cx="10107039" cy="4679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8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5658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IMAP4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922">
                <a:tc>
                  <a:txBody>
                    <a:bodyPr/>
                    <a:lstStyle/>
                    <a:p>
                      <a:r>
                        <a:rPr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Mail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Downloads mail to client (often deleted from server)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Keeps mail on server, syncs with all devices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658">
                <a:tc>
                  <a:txBody>
                    <a:bodyPr/>
                    <a:lstStyle/>
                    <a:p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Offline (after download)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Online (real-time sync)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1922">
                <a:tc>
                  <a:txBody>
                    <a:bodyPr/>
                    <a:lstStyle/>
                    <a:p>
                      <a:r>
                        <a:rPr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Folder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folder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Supports folder creation, deletion, organization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1922">
                <a:tc>
                  <a:txBody>
                    <a:bodyPr/>
                    <a:lstStyle/>
                    <a:p>
                      <a:r>
                        <a:rPr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Header Preview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Supported (view headers before downloading)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1922">
                <a:tc>
                  <a:txBody>
                    <a:bodyPr/>
                    <a:lstStyle/>
                    <a:p>
                      <a:r>
                        <a:rPr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Partial Download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possible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Possible (download parts selectively)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F2D3B74-44DE-3442-6FD4-3D74AD117B7B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46B383-E229-F1CB-8172-F06C7D5381CD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1008EB-51AF-DFE8-E728-7B53E2C9495F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3AC03C1-BEBA-7F15-1B62-A327D8F96195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18DAB3-C8A5-4D49-FA9E-F094DB97B590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B137256-BD38-E534-8310-C1C4DA1C076F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2A09415-8948-AA2D-818A-CD61B17DA863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018E656-AC1F-DC5C-4FDB-CDA45E8433C5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7EAE7FA-E136-78E9-DA74-52071B13ED19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63F8F97-2AC1-36A0-83CD-1FF2E80C4CF8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0B599AC-9032-45B7-FD85-1E03C79803D0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814885F-0D9C-2B47-A0EA-21B0ACEB315B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465842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F5AE1D-836F-D56A-9D9A-7011E0C58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8D5964-2761-02C8-FEE2-E0855B61B6F9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CA9177-2709-2248-5875-4BC7108DBDC4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</a:rPr>
              <a:t>MIME protocol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42344-BD84-3E21-2E2C-EFD415F1C554}"/>
              </a:ext>
            </a:extLst>
          </p:cNvPr>
          <p:cNvSpPr txBox="1"/>
          <p:nvPr/>
        </p:nvSpPr>
        <p:spPr>
          <a:xfrm>
            <a:off x="1058228" y="1365448"/>
            <a:ext cx="4066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Multipurpose Internet Mail Extensions</a:t>
            </a:r>
            <a:endParaRPr lang="en-IN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3436859-3E15-BC9A-F40F-7E4B407F30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8600217"/>
              </p:ext>
            </p:extLst>
          </p:nvPr>
        </p:nvGraphicFramePr>
        <p:xfrm>
          <a:off x="1138136" y="1861145"/>
          <a:ext cx="9494196" cy="2963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51C6FF1-077F-5155-6A10-E7429CC446A4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6851E95-24E7-7860-5BD0-025273175986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FD5EEB-C792-1875-10C9-14C05A2865CF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F244F6-79B2-A35C-C6F4-6355733D81E9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D9DDB2-7E36-6ABC-05E4-CA35CC03B8AA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1B637F-BBF9-8D4B-AF9F-B64E3C854746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5B9DF8-36A4-1879-71E7-29E0000F4270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889EC4A-7870-046A-6375-1BF36828A0B4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7A4C8A-3B56-6CF1-C5A2-C51D1567CE29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B3ABEF-C958-94BF-C31F-349DBA03E0E4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8B12004-1F70-6808-940E-691BE8492FED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819E5E-2502-9A96-21F4-A9FEBA843283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182765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F10A82-BEE4-FEAA-FFCF-0254E7517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8414FF-80C6-9E92-061E-1D79F2147F8A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BB6810-47B5-5D16-CD78-B6FAA72FB4F1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</a:rPr>
              <a:t>How it works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61E0447-45EA-E6F1-CDAC-A72D314AE9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9038547"/>
              </p:ext>
            </p:extLst>
          </p:nvPr>
        </p:nvGraphicFramePr>
        <p:xfrm>
          <a:off x="1575881" y="1445211"/>
          <a:ext cx="11147898" cy="3666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6CAFE6BF-7CC4-519A-95FF-BB20D9C167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8192" y="4854007"/>
            <a:ext cx="8783276" cy="226726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97E9A5-30F9-628B-3329-5A22E4D93F81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887A37-DD9F-E116-4730-1D188B5D3972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9BF82E-DE7E-EC8E-8713-7A43C92BC227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6BFC45-B53E-7E5C-FC91-1B5C2F8E3B16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49D0E9-4CBA-10E5-FF2A-700A0755B8A5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F637C59-606B-F756-9B13-FB6CE3FE216F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42E039-983C-D1B7-A763-BAD5EFAA799D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E5BE2D8-823A-0126-E71A-E7FCD7CF3972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459E57D-D416-9D54-E5DC-18156D4ECDDD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2273277-23CB-F331-8AEF-64C16F10E10C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9CE0E1-62BE-9FE5-0362-5C3E274473F3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3FF62A3-3718-32D5-5C33-DA4D0DCE13E5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537257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07508B9-221A-F791-CB8C-FB4B8EF9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AE0F75-6564-EDB6-3087-4523207471DF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932927-DA44-5B7F-1108-EAD8757AFAE0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MIME header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0A5A55-053F-B86E-AF3C-C89B105D0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087" y="2218505"/>
            <a:ext cx="7642225" cy="371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3F6902-E67C-EAAA-72A7-E2520D295B13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4DD992F-4563-CFEF-7A65-83956908BD6C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E46300D-D94C-51D9-9BB8-B8CC9DA412DD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7AC036-FACE-DB48-C3BD-A13870AE2087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19E4FB-B97D-2DFC-4898-D489E10DCB85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7AC90B5-CF54-4D7B-474D-27DA1E90690F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4020945-8E93-97CF-0372-9F6245C5B45E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D8CC2E-3A78-C34B-B802-EAAA6BC5E644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18418F-54E7-D16B-D289-BB69FE4D417E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41A12D5-1AB3-6C8E-0E06-B2A3E7AFA7E5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1B53CB-E048-B285-AB2A-26D7CE220E2A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BCE458E-1713-6CD6-E31B-1D40AC2DD471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485608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EF5C75F-CA33-294B-C46A-5E3FB367D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70763F-D1E1-7369-4B4D-77E3CF31D2C2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90E188-FFE0-F8A2-93F8-CA5CE1451783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types and encoding types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4E5B9C-332F-FA6E-4966-1EB0DA45A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220" y="1698504"/>
            <a:ext cx="6812969" cy="567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636628-506C-A4B5-517F-44ADF8613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843" y="3159005"/>
            <a:ext cx="6529682" cy="275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DBD7D4A-EDFF-AF59-7666-DDD0DF802B8F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1D5E37-A100-CCAD-2CC8-17B7B0436664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28EEE2-6914-DB3D-9EE6-D1A6AB469CF7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BD7EB6-5C87-BB0B-279F-834804E6256D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89691D-B2C7-D030-BA36-9470DD6871B0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0935570-3138-13E9-4865-DA66627FC75E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C6FB192-8AD3-FB42-239B-D2913F296616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7025A8-69E0-3235-853A-4F121420C285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6A5F6FF-8537-2851-BB46-F9A5886279A4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C25ED16-6A24-5CD8-9880-B444AA4BFE75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F3990D-F235-F33C-78BB-1860951870B4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653FADE-2B41-44D1-C651-BD7C1E3E750A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646482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6B0C17-4BC1-ADA7-911E-32F998BE9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EB9C0C-D9DE-A726-8BEB-C6A7E2F5AEE6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CD7DEC-67A2-A1C4-7088-C4A25F84464E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Web based mail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5F19F7E-037D-6300-D6B5-0094DC58893A}"/>
              </a:ext>
            </a:extLst>
          </p:cNvPr>
          <p:cNvSpPr/>
          <p:nvPr/>
        </p:nvSpPr>
        <p:spPr>
          <a:xfrm>
            <a:off x="1138649" y="1653305"/>
            <a:ext cx="12311290" cy="1576278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4550842-807B-D0A3-8C98-1A407E829261}"/>
              </a:ext>
            </a:extLst>
          </p:cNvPr>
          <p:cNvSpPr/>
          <p:nvPr/>
        </p:nvSpPr>
        <p:spPr>
          <a:xfrm>
            <a:off x="1138650" y="1653305"/>
            <a:ext cx="107090" cy="1576278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B94934-5F12-AE1F-C122-6B2C95C0B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5740" y="1778703"/>
            <a:ext cx="1220419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Some websites provide email service for free (e.g., Hotmail, Yahoo Mail, Gmail).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Users can send, receive, and manage email through a web browser (no separate mail client needed).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Instead of POP3 or IMAP4, email retrieval is done using HTTP.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Convenient for users who access email from multiple devices or public computers.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0F65CB22-AB01-9B28-6FF4-16C957E52D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7752317"/>
              </p:ext>
            </p:extLst>
          </p:nvPr>
        </p:nvGraphicFramePr>
        <p:xfrm>
          <a:off x="1138649" y="3518940"/>
          <a:ext cx="6633665" cy="3728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9700DAF4-5AC7-CD19-8BE3-FD2A76D346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5517" y="4046706"/>
            <a:ext cx="5883913" cy="21106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AB514DA-9339-C68D-7730-94D2F67A262E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684EEAB-3DEA-F076-A50B-0887D1A939AC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50789B-0636-32B9-249F-DB01DC73C9EF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B03899F-4700-1EB9-815F-659004EDE476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5A3290-11D9-3323-DB82-23C48181E99C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92C654-F26D-ECCE-0B9B-016E67C4D3C3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52F663-4A86-89EC-C11A-8A44F398B9C5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E41E635-B701-AEDE-4568-8E8E91AD39D7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CBCD191-D70F-DE7C-8F9E-1698A9E79660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F6A515B-666A-3B54-E785-55FCF7EC190F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C5DA7DE-3160-BD8E-E40C-D4E77819A410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9FE5243-E45A-D95E-256F-A9E0F84611C1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1131605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F65D10-9400-DE47-267E-379E03E5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D10CB3-9CB7-0436-065A-DA10724FBD41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723325-D02D-2581-A8F9-6C83ED3B1F53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Web based mail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543FD19-563C-B38C-FB91-3F6289697B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334723"/>
              </p:ext>
            </p:extLst>
          </p:nvPr>
        </p:nvGraphicFramePr>
        <p:xfrm>
          <a:off x="1400782" y="1460744"/>
          <a:ext cx="7830643" cy="2264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D9AB424-72F4-B5B4-A8AF-69F506FA4B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6611" y="3947354"/>
            <a:ext cx="7830643" cy="28864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2135BB4-AEB4-3E6E-7278-1E4B8517150B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7F9BFF-F704-A8D7-44E5-E75742269D78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0DEA8B-7ACF-33CA-AE7C-1F6ACF5B61CB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2B129D-6159-AD4D-E60C-4351CF951512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1AF861-3DDC-98EA-9EC3-6FCB6C3BE35A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AA25BD-3029-E364-E673-A0D4076450AD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6B063D-3C8A-80FA-718C-FD5B45CA27A0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7D66F74-B486-A512-DC93-956E2F62B461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16F726-8F1B-BC3B-30B1-3DB815E2EA80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99820F-9521-2115-E2DB-B87197382886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A8F9771-A7DE-D749-D65C-2C9C41ED7BC4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B81A312-4908-82A4-6F75-65EA28F9D1D5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366438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FDBF15-1E15-2047-B828-6666E5A43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82A966-658B-B5DB-E954-4E9B7A7A8DC0}"/>
              </a:ext>
            </a:extLst>
          </p:cNvPr>
          <p:cNvSpPr/>
          <p:nvPr/>
        </p:nvSpPr>
        <p:spPr>
          <a:xfrm>
            <a:off x="643874" y="243840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674D07-8F34-4F0A-6E26-CCF60C7C03C2}"/>
              </a:ext>
            </a:extLst>
          </p:cNvPr>
          <p:cNvSpPr/>
          <p:nvPr/>
        </p:nvSpPr>
        <p:spPr>
          <a:xfrm>
            <a:off x="1058228" y="857369"/>
            <a:ext cx="3053477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E-mail Security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08FC96C-5404-D126-DB8E-83F63F7BFF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9372774"/>
              </p:ext>
            </p:extLst>
          </p:nvPr>
        </p:nvGraphicFramePr>
        <p:xfrm>
          <a:off x="1639745" y="1852612"/>
          <a:ext cx="11002828" cy="486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F255271-389A-D5EE-1B65-C8FB26E21AFD}"/>
              </a:ext>
            </a:extLst>
          </p:cNvPr>
          <p:cNvSpPr/>
          <p:nvPr/>
        </p:nvSpPr>
        <p:spPr>
          <a:xfrm>
            <a:off x="0" y="8064230"/>
            <a:ext cx="14630400" cy="1653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E4534C-9757-F3C6-AECC-064D47AB0F34}"/>
              </a:ext>
            </a:extLst>
          </p:cNvPr>
          <p:cNvSpPr>
            <a:spLocks/>
          </p:cNvSpPr>
          <p:nvPr/>
        </p:nvSpPr>
        <p:spPr>
          <a:xfrm>
            <a:off x="27866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Introduction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719361-59E4-9113-9B86-5C6D65B572AA}"/>
              </a:ext>
            </a:extLst>
          </p:cNvPr>
          <p:cNvSpPr>
            <a:spLocks/>
          </p:cNvSpPr>
          <p:nvPr/>
        </p:nvSpPr>
        <p:spPr>
          <a:xfrm>
            <a:off x="158833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72000" rIns="144000" bIns="0" rtlCol="0" anchor="t"/>
          <a:lstStyle/>
          <a:p>
            <a:pPr algn="just"/>
            <a:r>
              <a:rPr lang="en-IN" sz="1000" dirty="0"/>
              <a:t>architecture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A83B92-312E-E9BD-4DB2-0AAC4CA1666C}"/>
              </a:ext>
            </a:extLst>
          </p:cNvPr>
          <p:cNvSpPr>
            <a:spLocks/>
          </p:cNvSpPr>
          <p:nvPr/>
        </p:nvSpPr>
        <p:spPr>
          <a:xfrm>
            <a:off x="2898014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72000" rIns="144000" bIns="0" rtlCol="0" anchor="t"/>
          <a:lstStyle/>
          <a:p>
            <a:pPr algn="just"/>
            <a:r>
              <a:rPr lang="en-IN" sz="1000" dirty="0"/>
              <a:t>UA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B434027-B4B7-9930-D0B3-1233BC18AE80}"/>
              </a:ext>
            </a:extLst>
          </p:cNvPr>
          <p:cNvSpPr>
            <a:spLocks/>
          </p:cNvSpPr>
          <p:nvPr/>
        </p:nvSpPr>
        <p:spPr>
          <a:xfrm>
            <a:off x="4207690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MTA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3E9350-DF04-234D-A298-C310017EAB8B}"/>
              </a:ext>
            </a:extLst>
          </p:cNvPr>
          <p:cNvSpPr>
            <a:spLocks/>
          </p:cNvSpPr>
          <p:nvPr/>
        </p:nvSpPr>
        <p:spPr>
          <a:xfrm>
            <a:off x="5517366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SMTP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A4D3D78-2F73-4031-2C11-40C3E468D5D9}"/>
              </a:ext>
            </a:extLst>
          </p:cNvPr>
          <p:cNvSpPr>
            <a:spLocks/>
          </p:cNvSpPr>
          <p:nvPr/>
        </p:nvSpPr>
        <p:spPr>
          <a:xfrm>
            <a:off x="6827042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MAA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D72F45-1E34-93D6-5B17-5E4EF7E43739}"/>
              </a:ext>
            </a:extLst>
          </p:cNvPr>
          <p:cNvSpPr>
            <a:spLocks/>
          </p:cNvSpPr>
          <p:nvPr/>
        </p:nvSpPr>
        <p:spPr>
          <a:xfrm>
            <a:off x="813671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POP3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5A273E-9F44-2BE0-D444-2A59106FDFEB}"/>
              </a:ext>
            </a:extLst>
          </p:cNvPr>
          <p:cNvSpPr>
            <a:spLocks/>
          </p:cNvSpPr>
          <p:nvPr/>
        </p:nvSpPr>
        <p:spPr>
          <a:xfrm>
            <a:off x="944639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72000" rIns="144000" bIns="0" rtlCol="0" anchor="t"/>
          <a:lstStyle/>
          <a:p>
            <a:pPr algn="just"/>
            <a:r>
              <a:rPr lang="en-IN" sz="1000" dirty="0"/>
              <a:t>IMAP4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1EE2E22-3C37-F94F-5FE7-ED9C6827609A}"/>
              </a:ext>
            </a:extLst>
          </p:cNvPr>
          <p:cNvSpPr>
            <a:spLocks/>
          </p:cNvSpPr>
          <p:nvPr/>
        </p:nvSpPr>
        <p:spPr>
          <a:xfrm>
            <a:off x="10756068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MIME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546236F-A52D-C915-3088-C64367EE74AB}"/>
              </a:ext>
            </a:extLst>
          </p:cNvPr>
          <p:cNvSpPr>
            <a:spLocks/>
          </p:cNvSpPr>
          <p:nvPr/>
        </p:nvSpPr>
        <p:spPr>
          <a:xfrm>
            <a:off x="12065743" y="7846159"/>
            <a:ext cx="976314" cy="96440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144000" bIns="0" rtlCol="0" anchor="t"/>
          <a:lstStyle/>
          <a:p>
            <a:pPr algn="just"/>
            <a:r>
              <a:rPr lang="en-IN" sz="1000" dirty="0"/>
              <a:t>WBM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E7A4177-4F1F-324E-F517-2EE8413BFB27}"/>
              </a:ext>
            </a:extLst>
          </p:cNvPr>
          <p:cNvSpPr>
            <a:spLocks/>
          </p:cNvSpPr>
          <p:nvPr/>
        </p:nvSpPr>
        <p:spPr>
          <a:xfrm>
            <a:off x="13375417" y="7846159"/>
            <a:ext cx="976314" cy="96440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4000" tIns="72000" rIns="144000" bIns="0" rtlCol="0" anchor="t"/>
          <a:lstStyle/>
          <a:p>
            <a:pPr algn="just"/>
            <a:r>
              <a:rPr lang="en-IN" sz="1000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2636056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72475A-615D-D315-15AF-0EDA324E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3FCACF-4EAA-1F75-02A1-EB4493CFD550}"/>
              </a:ext>
            </a:extLst>
          </p:cNvPr>
          <p:cNvSpPr/>
          <p:nvPr/>
        </p:nvSpPr>
        <p:spPr>
          <a:xfrm>
            <a:off x="643874" y="284346"/>
            <a:ext cx="13342651" cy="7660907"/>
          </a:xfrm>
          <a:prstGeom prst="roundRect">
            <a:avLst>
              <a:gd name="adj" fmla="val 4306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  <a:effectLst>
            <a:outerShdw dist="72390" dir="2700000" algn="bl" rotWithShape="0">
              <a:srgbClr val="75BAE6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94FD4F1-8C75-F4F9-A7A1-FB48D973AC21}"/>
              </a:ext>
            </a:extLst>
          </p:cNvPr>
          <p:cNvSpPr/>
          <p:nvPr/>
        </p:nvSpPr>
        <p:spPr>
          <a:xfrm>
            <a:off x="3842435" y="3377305"/>
            <a:ext cx="6653710" cy="1642167"/>
          </a:xfrm>
          <a:prstGeom prst="roundRect">
            <a:avLst>
              <a:gd name="adj" fmla="val 3541"/>
            </a:avLst>
          </a:prstGeom>
          <a:solidFill>
            <a:srgbClr val="F4FBFF"/>
          </a:solidFill>
          <a:ln w="15240">
            <a:solidFill>
              <a:srgbClr val="75BAE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F930D39-08F9-7A3A-BE75-F662171B8C9A}"/>
              </a:ext>
            </a:extLst>
          </p:cNvPr>
          <p:cNvSpPr/>
          <p:nvPr/>
        </p:nvSpPr>
        <p:spPr>
          <a:xfrm>
            <a:off x="3842436" y="3377305"/>
            <a:ext cx="118922" cy="1642167"/>
          </a:xfrm>
          <a:prstGeom prst="roundRect">
            <a:avLst>
              <a:gd name="adj" fmla="val 346829"/>
            </a:avLst>
          </a:prstGeom>
          <a:solidFill>
            <a:srgbClr val="75BAE6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3E2CD4-61B7-D2B0-C764-B17A9AA2632E}"/>
              </a:ext>
            </a:extLst>
          </p:cNvPr>
          <p:cNvSpPr/>
          <p:nvPr/>
        </p:nvSpPr>
        <p:spPr>
          <a:xfrm>
            <a:off x="4173670" y="4319080"/>
            <a:ext cx="6113040" cy="1924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8800" b="1" dirty="0">
                <a:solidFill>
                  <a:schemeClr val="accent5">
                    <a:lumMod val="75000"/>
                  </a:schemeClr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THANK YOU</a:t>
            </a:r>
            <a:endParaRPr lang="en-US" sz="8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643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4774</TotalTime>
  <Words>2217</Words>
  <Application>Microsoft Office PowerPoint</Application>
  <PresentationFormat>Custom</PresentationFormat>
  <Paragraphs>530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Barlow Bold</vt:lpstr>
      <vt:lpstr>Courier New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RAJKUMAR DAS</cp:lastModifiedBy>
  <cp:revision>12</cp:revision>
  <dcterms:created xsi:type="dcterms:W3CDTF">2025-09-10T05:26:35Z</dcterms:created>
  <dcterms:modified xsi:type="dcterms:W3CDTF">2025-09-19T20:22:54Z</dcterms:modified>
</cp:coreProperties>
</file>