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6"/>
    <p:sldMasterId id="214748368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Lst>
  <p:sldSz cy="5143500" cx="9144000"/>
  <p:notesSz cx="6858000" cy="9144000"/>
  <p:embeddedFontLst>
    <p:embeddedFont>
      <p:font typeface="Instrument Sans Medium"/>
      <p:regular r:id="rId36"/>
      <p:bold r:id="rId37"/>
      <p:italic r:id="rId38"/>
      <p:boldItalic r:id="rId39"/>
    </p:embeddedFont>
    <p:embeddedFont>
      <p:font typeface="Instrument Sans SemiBold"/>
      <p:regular r:id="rId40"/>
      <p:bold r:id="rId41"/>
      <p:italic r:id="rId42"/>
      <p:boldItalic r:id="rId43"/>
    </p:embeddedFont>
    <p:embeddedFont>
      <p:font typeface="Lora"/>
      <p:regular r:id="rId44"/>
      <p:bold r:id="rId45"/>
      <p:italic r:id="rId46"/>
      <p:boldItalic r:id="rId47"/>
    </p:embeddedFont>
    <p:embeddedFont>
      <p:font typeface="Instrument Sans"/>
      <p:regular r:id="rId48"/>
      <p:bold r:id="rId49"/>
      <p:italic r:id="rId50"/>
      <p:boldItalic r:id="rId51"/>
    </p:embeddedFont>
    <p:embeddedFont>
      <p:font typeface="Tomorrow Medium"/>
      <p:regular r:id="rId52"/>
      <p:bold r:id="rId53"/>
      <p:italic r:id="rId54"/>
      <p:boldItalic r:id="rId55"/>
    </p:embeddedFont>
    <p:embeddedFont>
      <p:font typeface="Roboto Mono"/>
      <p:regular r:id="rId56"/>
      <p:bold r:id="rId57"/>
      <p:italic r:id="rId58"/>
      <p:boldItalic r:id="rId59"/>
    </p:embeddedFont>
    <p:embeddedFont>
      <p:font typeface="Tomorrow"/>
      <p:regular r:id="rId60"/>
      <p:bold r:id="rId61"/>
      <p:italic r:id="rId62"/>
      <p:boldItalic r:id="rId63"/>
    </p:embeddedFont>
    <p:embeddedFont>
      <p:font typeface="Merriweather"/>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udipta Sarka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AA3499-B20F-4A9B-9B69-CC5B99FF2520}">
  <a:tblStyle styleId="{30AA3499-B20F-4A9B-9B69-CC5B99FF252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strumentSansSemiBold-regular.fntdata"/><Relationship Id="rId42" Type="http://schemas.openxmlformats.org/officeDocument/2006/relationships/font" Target="fonts/InstrumentSansSemiBold-italic.fntdata"/><Relationship Id="rId41" Type="http://schemas.openxmlformats.org/officeDocument/2006/relationships/font" Target="fonts/InstrumentSansSemiBold-bold.fntdata"/><Relationship Id="rId44" Type="http://schemas.openxmlformats.org/officeDocument/2006/relationships/font" Target="fonts/Lora-regular.fntdata"/><Relationship Id="rId43" Type="http://schemas.openxmlformats.org/officeDocument/2006/relationships/font" Target="fonts/InstrumentSansSemiBold-boldItalic.fntdata"/><Relationship Id="rId46" Type="http://schemas.openxmlformats.org/officeDocument/2006/relationships/font" Target="fonts/Lora-italic.fntdata"/><Relationship Id="rId45" Type="http://schemas.openxmlformats.org/officeDocument/2006/relationships/font" Target="fonts/Lora-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InstrumentSans-regular.fntdata"/><Relationship Id="rId47" Type="http://schemas.openxmlformats.org/officeDocument/2006/relationships/font" Target="fonts/Lora-boldItalic.fntdata"/><Relationship Id="rId49" Type="http://schemas.openxmlformats.org/officeDocument/2006/relationships/font" Target="fonts/InstrumentSans-bold.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font" Target="fonts/InstrumentSansMedium-bold.fntdata"/><Relationship Id="rId36" Type="http://schemas.openxmlformats.org/officeDocument/2006/relationships/font" Target="fonts/InstrumentSansMedium-regular.fntdata"/><Relationship Id="rId39" Type="http://schemas.openxmlformats.org/officeDocument/2006/relationships/font" Target="fonts/InstrumentSansMedium-boldItalic.fntdata"/><Relationship Id="rId38" Type="http://schemas.openxmlformats.org/officeDocument/2006/relationships/font" Target="fonts/InstrumentSansMedium-italic.fntdata"/><Relationship Id="rId62" Type="http://schemas.openxmlformats.org/officeDocument/2006/relationships/font" Target="fonts/Tomorrow-italic.fntdata"/><Relationship Id="rId61" Type="http://schemas.openxmlformats.org/officeDocument/2006/relationships/font" Target="fonts/Tomorrow-bold.fntdata"/><Relationship Id="rId20" Type="http://schemas.openxmlformats.org/officeDocument/2006/relationships/slide" Target="slides/slide12.xml"/><Relationship Id="rId64" Type="http://schemas.openxmlformats.org/officeDocument/2006/relationships/font" Target="fonts/Merriweather-regular.fntdata"/><Relationship Id="rId63" Type="http://schemas.openxmlformats.org/officeDocument/2006/relationships/font" Target="fonts/Tomorrow-boldItalic.fntdata"/><Relationship Id="rId22" Type="http://schemas.openxmlformats.org/officeDocument/2006/relationships/slide" Target="slides/slide14.xml"/><Relationship Id="rId66" Type="http://schemas.openxmlformats.org/officeDocument/2006/relationships/font" Target="fonts/Merriweather-italic.fntdata"/><Relationship Id="rId21" Type="http://schemas.openxmlformats.org/officeDocument/2006/relationships/slide" Target="slides/slide13.xml"/><Relationship Id="rId65" Type="http://schemas.openxmlformats.org/officeDocument/2006/relationships/font" Target="fonts/Merriweather-bold.fntdata"/><Relationship Id="rId24" Type="http://schemas.openxmlformats.org/officeDocument/2006/relationships/slide" Target="slides/slide16.xml"/><Relationship Id="rId23" Type="http://schemas.openxmlformats.org/officeDocument/2006/relationships/slide" Target="slides/slide15.xml"/><Relationship Id="rId67" Type="http://schemas.openxmlformats.org/officeDocument/2006/relationships/font" Target="fonts/Merriweather-boldItalic.fntdata"/><Relationship Id="rId60" Type="http://schemas.openxmlformats.org/officeDocument/2006/relationships/font" Target="fonts/Tomorrow-regular.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InstrumentSans-boldItalic.fntdata"/><Relationship Id="rId50" Type="http://schemas.openxmlformats.org/officeDocument/2006/relationships/font" Target="fonts/InstrumentSans-italic.fntdata"/><Relationship Id="rId53" Type="http://schemas.openxmlformats.org/officeDocument/2006/relationships/font" Target="fonts/TomorrowMedium-bold.fntdata"/><Relationship Id="rId52" Type="http://schemas.openxmlformats.org/officeDocument/2006/relationships/font" Target="fonts/TomorrowMedium-regular.fntdata"/><Relationship Id="rId11" Type="http://schemas.openxmlformats.org/officeDocument/2006/relationships/slide" Target="slides/slide3.xml"/><Relationship Id="rId55" Type="http://schemas.openxmlformats.org/officeDocument/2006/relationships/font" Target="fonts/TomorrowMedium-boldItalic.fntdata"/><Relationship Id="rId10" Type="http://schemas.openxmlformats.org/officeDocument/2006/relationships/slide" Target="slides/slide2.xml"/><Relationship Id="rId54" Type="http://schemas.openxmlformats.org/officeDocument/2006/relationships/font" Target="fonts/TomorrowMedium-italic.fntdata"/><Relationship Id="rId13" Type="http://schemas.openxmlformats.org/officeDocument/2006/relationships/slide" Target="slides/slide5.xml"/><Relationship Id="rId57" Type="http://schemas.openxmlformats.org/officeDocument/2006/relationships/font" Target="fonts/RobotoMono-bold.fntdata"/><Relationship Id="rId12" Type="http://schemas.openxmlformats.org/officeDocument/2006/relationships/slide" Target="slides/slide4.xml"/><Relationship Id="rId56" Type="http://schemas.openxmlformats.org/officeDocument/2006/relationships/font" Target="fonts/RobotoMono-regular.fntdata"/><Relationship Id="rId15" Type="http://schemas.openxmlformats.org/officeDocument/2006/relationships/slide" Target="slides/slide7.xml"/><Relationship Id="rId59" Type="http://schemas.openxmlformats.org/officeDocument/2006/relationships/font" Target="fonts/RobotoMono-boldItalic.fntdata"/><Relationship Id="rId14" Type="http://schemas.openxmlformats.org/officeDocument/2006/relationships/slide" Target="slides/slide6.xml"/><Relationship Id="rId58" Type="http://schemas.openxmlformats.org/officeDocument/2006/relationships/font" Target="fonts/RobotoMono-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9-19T15:07:33.794">
    <p:pos x="144" y="645"/>
    <p:text>"Spoofed" Packets: If an attacker tries to send a fake message pretending to be one of the devices, they won't know the correct secret password. The receiver will see the wrong password and discard the message, preventing the attacker from getting in.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7dc49a03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7dc49a03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7de409dc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7de409dc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7de409dc2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7de409dc2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7de409dc2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7de409dc2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7de409dc2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7de409dc2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7de409dc2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7de409dc2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7de409dc27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7de409dc27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7de409dc27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7de409dc27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7e0789e00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7e0789e00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7e0789e00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7e0789e00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7e0789e002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7e0789e002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7e0789e002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7e0789e002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7e0789e002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7e0789e002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7e0789e00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7e0789e00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7e0789e002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7e0789e002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7e0789e002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7e0789e002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8109a25e1c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8109a25e1c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7e63b4009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7e63b4009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8109a25e1c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8109a25e1c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8109a25e1c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8109a25e1c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7e63b40090_0_13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
              <a:t>‹#›</a:t>
            </a:fld>
            <a:endParaRPr/>
          </a:p>
        </p:txBody>
      </p:sp>
      <p:sp>
        <p:nvSpPr>
          <p:cNvPr id="530" name="Google Shape;530;g37e63b40090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531" name="Google Shape;531;g37e63b40090_0_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7e0789e002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7e0789e002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8109a25e1c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8109a25e1c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8109a25e1c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8109a25e1c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8109a25e1c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8109a25e1c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8109a25e1c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8109a25e1c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7dc49a0360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7dc49a0360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spTree>
      <p:nvGrpSpPr>
        <p:cNvPr id="8" name="Shape 8"/>
        <p:cNvGrpSpPr/>
        <p:nvPr/>
      </p:nvGrpSpPr>
      <p:grpSpPr>
        <a:xfrm>
          <a:off x="0" y="0"/>
          <a:ext cx="0" cy="0"/>
          <a:chOff x="0" y="0"/>
          <a:chExt cx="0" cy="0"/>
        </a:xfrm>
      </p:grpSpPr>
      <p:pic>
        <p:nvPicPr>
          <p:cNvPr descr="A bird’s-eye shot of a cargo ship crossing an ocean. " id="9" name="Google Shape;9;p2"/>
          <p:cNvPicPr preferRelativeResize="0"/>
          <p:nvPr/>
        </p:nvPicPr>
        <p:blipFill rotWithShape="1">
          <a:blip r:embed="rId2">
            <a:alphaModFix/>
          </a:blip>
          <a:srcRect b="28437" l="17121" r="682" t="2151"/>
          <a:stretch/>
        </p:blipFill>
        <p:spPr>
          <a:xfrm flipH="1">
            <a:off x="99" y="0"/>
            <a:ext cx="9144003" cy="5143501"/>
          </a:xfrm>
          <a:prstGeom prst="rect">
            <a:avLst/>
          </a:prstGeom>
          <a:noFill/>
          <a:ln>
            <a:noFill/>
          </a:ln>
        </p:spPr>
      </p:pic>
      <p:sp>
        <p:nvSpPr>
          <p:cNvPr id="10" name="Google Shape;10;p2"/>
          <p:cNvSpPr/>
          <p:nvPr/>
        </p:nvSpPr>
        <p:spPr>
          <a:xfrm>
            <a:off x="100" y="3220225"/>
            <a:ext cx="9144000" cy="1923000"/>
          </a:xfrm>
          <a:prstGeom prst="rect">
            <a:avLst/>
          </a:prstGeom>
          <a:gradFill>
            <a:gsLst>
              <a:gs pos="0">
                <a:srgbClr val="FFFFFF">
                  <a:alpha val="0"/>
                </a:srgbClr>
              </a:gs>
              <a:gs pos="100000">
                <a:schemeClr val="lt1"/>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strument Sans"/>
                <a:ea typeface="Instrument Sans"/>
                <a:cs typeface="Instrument Sans"/>
                <a:sym typeface="Instrument Sans"/>
              </a:rPr>
              <a:t>\</a:t>
            </a:r>
            <a:endParaRPr>
              <a:latin typeface="Instrument Sans"/>
              <a:ea typeface="Instrument Sans"/>
              <a:cs typeface="Instrument Sans"/>
              <a:sym typeface="Instrument Sans"/>
            </a:endParaRPr>
          </a:p>
        </p:txBody>
      </p:sp>
      <p:sp>
        <p:nvSpPr>
          <p:cNvPr id="11" name="Google Shape;11;p2"/>
          <p:cNvSpPr txBox="1"/>
          <p:nvPr>
            <p:ph type="title"/>
          </p:nvPr>
        </p:nvSpPr>
        <p:spPr>
          <a:xfrm>
            <a:off x="96175" y="62106"/>
            <a:ext cx="6683700" cy="1726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2" name="Google Shape;12;p2"/>
          <p:cNvSpPr txBox="1"/>
          <p:nvPr>
            <p:ph idx="1" type="subTitle"/>
          </p:nvPr>
        </p:nvSpPr>
        <p:spPr>
          <a:xfrm>
            <a:off x="1545800" y="1715650"/>
            <a:ext cx="1163400" cy="443400"/>
          </a:xfrm>
          <a:prstGeom prst="rect">
            <a:avLst/>
          </a:prstGeom>
        </p:spPr>
        <p:txBody>
          <a:bodyPr anchorCtr="0" anchor="t" bIns="0" lIns="0" spcFirstLastPara="1" rIns="0" wrap="square" tIns="0">
            <a:noAutofit/>
          </a:bodyPr>
          <a:lstStyle>
            <a:lvl1pPr lvl="0" algn="ctr">
              <a:spcBef>
                <a:spcPts val="0"/>
              </a:spcBef>
              <a:spcAft>
                <a:spcPts val="0"/>
              </a:spcAft>
              <a:buNone/>
              <a:defRPr sz="1000">
                <a:latin typeface="Instrument Sans Medium"/>
                <a:ea typeface="Instrument Sans Medium"/>
                <a:cs typeface="Instrument Sans Medium"/>
                <a:sym typeface="Instrument Sans Medium"/>
              </a:defRPr>
            </a:lvl1pPr>
            <a:lvl2pPr lvl="1" algn="ctr">
              <a:spcBef>
                <a:spcPts val="0"/>
              </a:spcBef>
              <a:spcAft>
                <a:spcPts val="0"/>
              </a:spcAft>
              <a:buNone/>
              <a:defRPr sz="1000">
                <a:latin typeface="Instrument Sans Medium"/>
                <a:ea typeface="Instrument Sans Medium"/>
                <a:cs typeface="Instrument Sans Medium"/>
                <a:sym typeface="Instrument Sans Medium"/>
              </a:defRPr>
            </a:lvl2pPr>
            <a:lvl3pPr lvl="2" algn="ctr">
              <a:spcBef>
                <a:spcPts val="0"/>
              </a:spcBef>
              <a:spcAft>
                <a:spcPts val="0"/>
              </a:spcAft>
              <a:buNone/>
              <a:defRPr sz="1000">
                <a:latin typeface="Instrument Sans Medium"/>
                <a:ea typeface="Instrument Sans Medium"/>
                <a:cs typeface="Instrument Sans Medium"/>
                <a:sym typeface="Instrument Sans Medium"/>
              </a:defRPr>
            </a:lvl3pPr>
            <a:lvl4pPr lvl="3" algn="ctr">
              <a:spcBef>
                <a:spcPts val="0"/>
              </a:spcBef>
              <a:spcAft>
                <a:spcPts val="0"/>
              </a:spcAft>
              <a:buNone/>
              <a:defRPr sz="1000">
                <a:latin typeface="Instrument Sans Medium"/>
                <a:ea typeface="Instrument Sans Medium"/>
                <a:cs typeface="Instrument Sans Medium"/>
                <a:sym typeface="Instrument Sans Medium"/>
              </a:defRPr>
            </a:lvl4pPr>
            <a:lvl5pPr lvl="4" algn="ctr">
              <a:spcBef>
                <a:spcPts val="0"/>
              </a:spcBef>
              <a:spcAft>
                <a:spcPts val="0"/>
              </a:spcAft>
              <a:buNone/>
              <a:defRPr sz="1000">
                <a:latin typeface="Instrument Sans Medium"/>
                <a:ea typeface="Instrument Sans Medium"/>
                <a:cs typeface="Instrument Sans Medium"/>
                <a:sym typeface="Instrument Sans Medium"/>
              </a:defRPr>
            </a:lvl5pPr>
            <a:lvl6pPr lvl="5" algn="ctr">
              <a:spcBef>
                <a:spcPts val="0"/>
              </a:spcBef>
              <a:spcAft>
                <a:spcPts val="0"/>
              </a:spcAft>
              <a:buNone/>
              <a:defRPr sz="1000">
                <a:latin typeface="Instrument Sans Medium"/>
                <a:ea typeface="Instrument Sans Medium"/>
                <a:cs typeface="Instrument Sans Medium"/>
                <a:sym typeface="Instrument Sans Medium"/>
              </a:defRPr>
            </a:lvl6pPr>
            <a:lvl7pPr lvl="6" algn="ctr">
              <a:spcBef>
                <a:spcPts val="0"/>
              </a:spcBef>
              <a:spcAft>
                <a:spcPts val="0"/>
              </a:spcAft>
              <a:buNone/>
              <a:defRPr sz="1000">
                <a:latin typeface="Instrument Sans Medium"/>
                <a:ea typeface="Instrument Sans Medium"/>
                <a:cs typeface="Instrument Sans Medium"/>
                <a:sym typeface="Instrument Sans Medium"/>
              </a:defRPr>
            </a:lvl7pPr>
            <a:lvl8pPr lvl="7" algn="ctr">
              <a:spcBef>
                <a:spcPts val="0"/>
              </a:spcBef>
              <a:spcAft>
                <a:spcPts val="0"/>
              </a:spcAft>
              <a:buNone/>
              <a:defRPr sz="1000">
                <a:latin typeface="Instrument Sans Medium"/>
                <a:ea typeface="Instrument Sans Medium"/>
                <a:cs typeface="Instrument Sans Medium"/>
                <a:sym typeface="Instrument Sans Medium"/>
              </a:defRPr>
            </a:lvl8pPr>
            <a:lvl9pPr lvl="8" algn="ctr">
              <a:spcBef>
                <a:spcPts val="0"/>
              </a:spcBef>
              <a:spcAft>
                <a:spcPts val="0"/>
              </a:spcAft>
              <a:buNone/>
              <a:defRPr sz="1000">
                <a:latin typeface="Instrument Sans Medium"/>
                <a:ea typeface="Instrument Sans Medium"/>
                <a:cs typeface="Instrument Sans Medium"/>
                <a:sym typeface="Instrument Sans Medium"/>
              </a:defRPr>
            </a:lvl9pPr>
          </a:lstStyle>
          <a:p/>
        </p:txBody>
      </p:sp>
      <p:sp>
        <p:nvSpPr>
          <p:cNvPr id="13" name="Google Shape;13;p2"/>
          <p:cNvSpPr txBox="1"/>
          <p:nvPr>
            <p:ph idx="2" type="subTitle"/>
          </p:nvPr>
        </p:nvSpPr>
        <p:spPr>
          <a:xfrm>
            <a:off x="279900" y="1715650"/>
            <a:ext cx="1163400" cy="443400"/>
          </a:xfrm>
          <a:prstGeom prst="rect">
            <a:avLst/>
          </a:prstGeom>
        </p:spPr>
        <p:txBody>
          <a:bodyPr anchorCtr="0" anchor="t" bIns="0" lIns="0" spcFirstLastPara="1" rIns="0" wrap="square" tIns="0">
            <a:noAutofit/>
          </a:bodyPr>
          <a:lstStyle>
            <a:lvl1pPr lvl="0" algn="ctr">
              <a:spcBef>
                <a:spcPts val="0"/>
              </a:spcBef>
              <a:spcAft>
                <a:spcPts val="0"/>
              </a:spcAft>
              <a:buNone/>
              <a:defRPr sz="1000">
                <a:latin typeface="Instrument Sans Medium"/>
                <a:ea typeface="Instrument Sans Medium"/>
                <a:cs typeface="Instrument Sans Medium"/>
                <a:sym typeface="Instrument Sans Medium"/>
              </a:defRPr>
            </a:lvl1pPr>
            <a:lvl2pPr lvl="1" algn="ctr">
              <a:spcBef>
                <a:spcPts val="0"/>
              </a:spcBef>
              <a:spcAft>
                <a:spcPts val="0"/>
              </a:spcAft>
              <a:buNone/>
              <a:defRPr sz="1000">
                <a:latin typeface="Instrument Sans Medium"/>
                <a:ea typeface="Instrument Sans Medium"/>
                <a:cs typeface="Instrument Sans Medium"/>
                <a:sym typeface="Instrument Sans Medium"/>
              </a:defRPr>
            </a:lvl2pPr>
            <a:lvl3pPr lvl="2" algn="ctr">
              <a:spcBef>
                <a:spcPts val="0"/>
              </a:spcBef>
              <a:spcAft>
                <a:spcPts val="0"/>
              </a:spcAft>
              <a:buNone/>
              <a:defRPr sz="1000">
                <a:latin typeface="Instrument Sans Medium"/>
                <a:ea typeface="Instrument Sans Medium"/>
                <a:cs typeface="Instrument Sans Medium"/>
                <a:sym typeface="Instrument Sans Medium"/>
              </a:defRPr>
            </a:lvl3pPr>
            <a:lvl4pPr lvl="3" algn="ctr">
              <a:spcBef>
                <a:spcPts val="0"/>
              </a:spcBef>
              <a:spcAft>
                <a:spcPts val="0"/>
              </a:spcAft>
              <a:buNone/>
              <a:defRPr sz="1000">
                <a:latin typeface="Instrument Sans Medium"/>
                <a:ea typeface="Instrument Sans Medium"/>
                <a:cs typeface="Instrument Sans Medium"/>
                <a:sym typeface="Instrument Sans Medium"/>
              </a:defRPr>
            </a:lvl4pPr>
            <a:lvl5pPr lvl="4" algn="ctr">
              <a:spcBef>
                <a:spcPts val="0"/>
              </a:spcBef>
              <a:spcAft>
                <a:spcPts val="0"/>
              </a:spcAft>
              <a:buNone/>
              <a:defRPr sz="1000">
                <a:latin typeface="Instrument Sans Medium"/>
                <a:ea typeface="Instrument Sans Medium"/>
                <a:cs typeface="Instrument Sans Medium"/>
                <a:sym typeface="Instrument Sans Medium"/>
              </a:defRPr>
            </a:lvl5pPr>
            <a:lvl6pPr lvl="5" algn="ctr">
              <a:spcBef>
                <a:spcPts val="0"/>
              </a:spcBef>
              <a:spcAft>
                <a:spcPts val="0"/>
              </a:spcAft>
              <a:buNone/>
              <a:defRPr sz="1000">
                <a:latin typeface="Instrument Sans Medium"/>
                <a:ea typeface="Instrument Sans Medium"/>
                <a:cs typeface="Instrument Sans Medium"/>
                <a:sym typeface="Instrument Sans Medium"/>
              </a:defRPr>
            </a:lvl6pPr>
            <a:lvl7pPr lvl="6" algn="ctr">
              <a:spcBef>
                <a:spcPts val="0"/>
              </a:spcBef>
              <a:spcAft>
                <a:spcPts val="0"/>
              </a:spcAft>
              <a:buNone/>
              <a:defRPr sz="1000">
                <a:latin typeface="Instrument Sans Medium"/>
                <a:ea typeface="Instrument Sans Medium"/>
                <a:cs typeface="Instrument Sans Medium"/>
                <a:sym typeface="Instrument Sans Medium"/>
              </a:defRPr>
            </a:lvl7pPr>
            <a:lvl8pPr lvl="7" algn="ctr">
              <a:spcBef>
                <a:spcPts val="0"/>
              </a:spcBef>
              <a:spcAft>
                <a:spcPts val="0"/>
              </a:spcAft>
              <a:buNone/>
              <a:defRPr sz="1000">
                <a:latin typeface="Instrument Sans Medium"/>
                <a:ea typeface="Instrument Sans Medium"/>
                <a:cs typeface="Instrument Sans Medium"/>
                <a:sym typeface="Instrument Sans Medium"/>
              </a:defRPr>
            </a:lvl8pPr>
            <a:lvl9pPr lvl="8" algn="ctr">
              <a:spcBef>
                <a:spcPts val="0"/>
              </a:spcBef>
              <a:spcAft>
                <a:spcPts val="0"/>
              </a:spcAft>
              <a:buNone/>
              <a:defRPr sz="1000">
                <a:latin typeface="Instrument Sans Medium"/>
                <a:ea typeface="Instrument Sans Medium"/>
                <a:cs typeface="Instrument Sans Medium"/>
                <a:sym typeface="Instrument Sans Medium"/>
              </a:defRPr>
            </a:lvl9pPr>
          </a:lstStyle>
          <a:p/>
        </p:txBody>
      </p:sp>
      <p:sp>
        <p:nvSpPr>
          <p:cNvPr id="14" name="Google Shape;14;p2"/>
          <p:cNvSpPr txBox="1"/>
          <p:nvPr>
            <p:ph idx="3" type="subTitle"/>
          </p:nvPr>
        </p:nvSpPr>
        <p:spPr>
          <a:xfrm>
            <a:off x="228600" y="4815600"/>
            <a:ext cx="1611300" cy="1077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5" name="Google Shape;15;p2"/>
          <p:cNvSpPr txBox="1"/>
          <p:nvPr>
            <p:ph idx="4" type="subTitle"/>
          </p:nvPr>
        </p:nvSpPr>
        <p:spPr>
          <a:xfrm>
            <a:off x="6266025" y="4815600"/>
            <a:ext cx="1611300" cy="1077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6" name="Google Shape;16;p2"/>
          <p:cNvSpPr txBox="1"/>
          <p:nvPr>
            <p:ph idx="5" type="subTitle"/>
          </p:nvPr>
        </p:nvSpPr>
        <p:spPr>
          <a:xfrm>
            <a:off x="8055250" y="4815600"/>
            <a:ext cx="868500" cy="1077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lt">
  <p:cSld name="BLANK_1_1_2">
    <p:spTree>
      <p:nvGrpSpPr>
        <p:cNvPr id="17" name="Shape 17"/>
        <p:cNvGrpSpPr/>
        <p:nvPr/>
      </p:nvGrpSpPr>
      <p:grpSpPr>
        <a:xfrm>
          <a:off x="0" y="0"/>
          <a:ext cx="0" cy="0"/>
          <a:chOff x="0" y="0"/>
          <a:chExt cx="0" cy="0"/>
        </a:xfrm>
      </p:grpSpPr>
      <p:sp>
        <p:nvSpPr>
          <p:cNvPr id="18" name="Google Shape;18;p3"/>
          <p:cNvSpPr/>
          <p:nvPr/>
        </p:nvSpPr>
        <p:spPr>
          <a:xfrm flipH="1" rot="10800000">
            <a:off x="228600" y="220050"/>
            <a:ext cx="8686800" cy="4483200"/>
          </a:xfrm>
          <a:prstGeom prst="snip1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9" name="Google Shape;19;p3"/>
          <p:cNvSpPr/>
          <p:nvPr/>
        </p:nvSpPr>
        <p:spPr>
          <a:xfrm rot="5400000">
            <a:off x="370200" y="794816"/>
            <a:ext cx="449400" cy="340800"/>
          </a:xfrm>
          <a:prstGeom prst="triangle">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strument Sans"/>
              <a:ea typeface="Instrument Sans"/>
              <a:cs typeface="Instrument Sans"/>
              <a:sym typeface="Instrument Sans"/>
            </a:endParaRPr>
          </a:p>
        </p:txBody>
      </p:sp>
      <p:sp>
        <p:nvSpPr>
          <p:cNvPr id="20" name="Google Shape;20;p3"/>
          <p:cNvSpPr txBox="1"/>
          <p:nvPr>
            <p:ph type="title"/>
          </p:nvPr>
        </p:nvSpPr>
        <p:spPr>
          <a:xfrm>
            <a:off x="896455" y="662381"/>
            <a:ext cx="5642100" cy="944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solidFill>
                  <a:schemeClr val="dk2"/>
                </a:solidFill>
              </a:defRPr>
            </a:lvl1pPr>
            <a:lvl2pPr lvl="1">
              <a:lnSpc>
                <a:spcPct val="115000"/>
              </a:lnSpc>
              <a:spcBef>
                <a:spcPts val="0"/>
              </a:spcBef>
              <a:spcAft>
                <a:spcPts val="0"/>
              </a:spcAft>
              <a:buNone/>
              <a:defRPr>
                <a:solidFill>
                  <a:schemeClr val="dk2"/>
                </a:solidFill>
              </a:defRPr>
            </a:lvl2pPr>
            <a:lvl3pPr lvl="2">
              <a:lnSpc>
                <a:spcPct val="115000"/>
              </a:lnSpc>
              <a:spcBef>
                <a:spcPts val="0"/>
              </a:spcBef>
              <a:spcAft>
                <a:spcPts val="0"/>
              </a:spcAft>
              <a:buNone/>
              <a:defRPr>
                <a:solidFill>
                  <a:schemeClr val="dk2"/>
                </a:solidFill>
              </a:defRPr>
            </a:lvl3pPr>
            <a:lvl4pPr lvl="3">
              <a:lnSpc>
                <a:spcPct val="115000"/>
              </a:lnSpc>
              <a:spcBef>
                <a:spcPts val="0"/>
              </a:spcBef>
              <a:spcAft>
                <a:spcPts val="0"/>
              </a:spcAft>
              <a:buNone/>
              <a:defRPr>
                <a:solidFill>
                  <a:schemeClr val="dk2"/>
                </a:solidFill>
              </a:defRPr>
            </a:lvl4pPr>
            <a:lvl5pPr lvl="4">
              <a:lnSpc>
                <a:spcPct val="115000"/>
              </a:lnSpc>
              <a:spcBef>
                <a:spcPts val="0"/>
              </a:spcBef>
              <a:spcAft>
                <a:spcPts val="0"/>
              </a:spcAft>
              <a:buNone/>
              <a:defRPr>
                <a:solidFill>
                  <a:schemeClr val="dk2"/>
                </a:solidFill>
              </a:defRPr>
            </a:lvl5pPr>
            <a:lvl6pPr lvl="5">
              <a:lnSpc>
                <a:spcPct val="115000"/>
              </a:lnSpc>
              <a:spcBef>
                <a:spcPts val="0"/>
              </a:spcBef>
              <a:spcAft>
                <a:spcPts val="0"/>
              </a:spcAft>
              <a:buNone/>
              <a:defRPr>
                <a:solidFill>
                  <a:schemeClr val="dk2"/>
                </a:solidFill>
              </a:defRPr>
            </a:lvl6pPr>
            <a:lvl7pPr lvl="6">
              <a:lnSpc>
                <a:spcPct val="115000"/>
              </a:lnSpc>
              <a:spcBef>
                <a:spcPts val="0"/>
              </a:spcBef>
              <a:spcAft>
                <a:spcPts val="0"/>
              </a:spcAft>
              <a:buNone/>
              <a:defRPr>
                <a:solidFill>
                  <a:schemeClr val="dk2"/>
                </a:solidFill>
              </a:defRPr>
            </a:lvl7pPr>
            <a:lvl8pPr lvl="7">
              <a:lnSpc>
                <a:spcPct val="115000"/>
              </a:lnSpc>
              <a:spcBef>
                <a:spcPts val="0"/>
              </a:spcBef>
              <a:spcAft>
                <a:spcPts val="0"/>
              </a:spcAft>
              <a:buNone/>
              <a:defRPr>
                <a:solidFill>
                  <a:schemeClr val="dk2"/>
                </a:solidFill>
              </a:defRPr>
            </a:lvl8pPr>
            <a:lvl9pPr lvl="8">
              <a:lnSpc>
                <a:spcPct val="115000"/>
              </a:lnSpc>
              <a:spcBef>
                <a:spcPts val="0"/>
              </a:spcBef>
              <a:spcAft>
                <a:spcPts val="0"/>
              </a:spcAft>
              <a:buNone/>
              <a:defRPr>
                <a:solidFill>
                  <a:schemeClr val="dk2"/>
                </a:solidFill>
              </a:defRPr>
            </a:lvl9pPr>
          </a:lstStyle>
          <a:p/>
        </p:txBody>
      </p:sp>
      <p:sp>
        <p:nvSpPr>
          <p:cNvPr id="21" name="Google Shape;21;p3"/>
          <p:cNvSpPr txBox="1"/>
          <p:nvPr>
            <p:ph idx="1" type="subTitle"/>
          </p:nvPr>
        </p:nvSpPr>
        <p:spPr>
          <a:xfrm>
            <a:off x="424500" y="415950"/>
            <a:ext cx="2427000" cy="153900"/>
          </a:xfrm>
          <a:prstGeom prst="rect">
            <a:avLst/>
          </a:prstGeom>
        </p:spPr>
        <p:txBody>
          <a:bodyPr anchorCtr="0" anchor="t" bIns="0" lIns="0" spcFirstLastPara="1" rIns="0" wrap="square" tIns="0">
            <a:spAutoFit/>
          </a:bodyPr>
          <a:lstStyle>
            <a:lvl1pPr lvl="0">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1pPr>
            <a:lvl2pPr lvl="1">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2pPr>
            <a:lvl3pPr lvl="2">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3pPr>
            <a:lvl4pPr lvl="3">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4pPr>
            <a:lvl5pPr lvl="4">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5pPr>
            <a:lvl6pPr lvl="5">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6pPr>
            <a:lvl7pPr lvl="6">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7pPr>
            <a:lvl8pPr lvl="7">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8pPr>
            <a:lvl9pPr lvl="8">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9pPr>
          </a:lstStyle>
          <a:p/>
        </p:txBody>
      </p:sp>
      <p:sp>
        <p:nvSpPr>
          <p:cNvPr id="22" name="Google Shape;22;p3"/>
          <p:cNvSpPr txBox="1"/>
          <p:nvPr>
            <p:ph idx="2" type="subTitle"/>
          </p:nvPr>
        </p:nvSpPr>
        <p:spPr>
          <a:xfrm>
            <a:off x="228600" y="4815600"/>
            <a:ext cx="1611300" cy="1077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3" name="Google Shape;23;p3"/>
          <p:cNvSpPr txBox="1"/>
          <p:nvPr>
            <p:ph idx="3" type="subTitle"/>
          </p:nvPr>
        </p:nvSpPr>
        <p:spPr>
          <a:xfrm>
            <a:off x="6266025" y="4815600"/>
            <a:ext cx="1611300" cy="1077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4" name="Google Shape;24;p3"/>
          <p:cNvSpPr txBox="1"/>
          <p:nvPr>
            <p:ph idx="4" type="subTitle"/>
          </p:nvPr>
        </p:nvSpPr>
        <p:spPr>
          <a:xfrm>
            <a:off x="8055250" y="4815600"/>
            <a:ext cx="868500" cy="1077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_1">
    <p:spTree>
      <p:nvGrpSpPr>
        <p:cNvPr id="25" name="Shape 25"/>
        <p:cNvGrpSpPr/>
        <p:nvPr/>
      </p:nvGrpSpPr>
      <p:grpSpPr>
        <a:xfrm>
          <a:off x="0" y="0"/>
          <a:ext cx="0" cy="0"/>
          <a:chOff x="0" y="0"/>
          <a:chExt cx="0" cy="0"/>
        </a:xfrm>
      </p:grpSpPr>
      <p:sp>
        <p:nvSpPr>
          <p:cNvPr id="26" name="Google Shape;26;p4"/>
          <p:cNvSpPr txBox="1"/>
          <p:nvPr>
            <p:ph type="title"/>
          </p:nvPr>
        </p:nvSpPr>
        <p:spPr>
          <a:xfrm>
            <a:off x="459900" y="423850"/>
            <a:ext cx="4484400" cy="273000"/>
          </a:xfrm>
          <a:prstGeom prst="rect">
            <a:avLst/>
          </a:prstGeom>
        </p:spPr>
        <p:txBody>
          <a:bodyPr anchorCtr="0" anchor="t" bIns="0" lIns="0" spcFirstLastPara="1" rIns="0" wrap="square" tIns="0">
            <a:noAutofit/>
          </a:bodyPr>
          <a:lstStyle>
            <a:lvl1pPr lvl="0">
              <a:spcBef>
                <a:spcPts val="0"/>
              </a:spcBef>
              <a:spcAft>
                <a:spcPts val="0"/>
              </a:spcAft>
              <a:buNone/>
              <a:defRPr sz="1800"/>
            </a:lvl1pPr>
            <a:lvl2pPr lvl="1">
              <a:spcBef>
                <a:spcPts val="0"/>
              </a:spcBef>
              <a:spcAft>
                <a:spcPts val="0"/>
              </a:spcAft>
              <a:buNone/>
              <a:defRPr sz="1800"/>
            </a:lvl2pPr>
            <a:lvl3pPr lvl="2">
              <a:spcBef>
                <a:spcPts val="0"/>
              </a:spcBef>
              <a:spcAft>
                <a:spcPts val="0"/>
              </a:spcAft>
              <a:buNone/>
              <a:defRPr sz="1800"/>
            </a:lvl3pPr>
            <a:lvl4pPr lvl="3">
              <a:spcBef>
                <a:spcPts val="0"/>
              </a:spcBef>
              <a:spcAft>
                <a:spcPts val="0"/>
              </a:spcAft>
              <a:buNone/>
              <a:defRPr sz="1800"/>
            </a:lvl4pPr>
            <a:lvl5pPr lvl="4">
              <a:spcBef>
                <a:spcPts val="0"/>
              </a:spcBef>
              <a:spcAft>
                <a:spcPts val="0"/>
              </a:spcAft>
              <a:buNone/>
              <a:defRPr sz="1800"/>
            </a:lvl5pPr>
            <a:lvl6pPr lvl="5">
              <a:spcBef>
                <a:spcPts val="0"/>
              </a:spcBef>
              <a:spcAft>
                <a:spcPts val="0"/>
              </a:spcAft>
              <a:buNone/>
              <a:defRPr sz="1800"/>
            </a:lvl6pPr>
            <a:lvl7pPr lvl="6">
              <a:spcBef>
                <a:spcPts val="0"/>
              </a:spcBef>
              <a:spcAft>
                <a:spcPts val="0"/>
              </a:spcAft>
              <a:buNone/>
              <a:defRPr sz="1800"/>
            </a:lvl7pPr>
            <a:lvl8pPr lvl="7">
              <a:spcBef>
                <a:spcPts val="0"/>
              </a:spcBef>
              <a:spcAft>
                <a:spcPts val="0"/>
              </a:spcAft>
              <a:buNone/>
              <a:defRPr sz="1800"/>
            </a:lvl8pPr>
            <a:lvl9pPr lvl="8">
              <a:spcBef>
                <a:spcPts val="0"/>
              </a:spcBef>
              <a:spcAft>
                <a:spcPts val="0"/>
              </a:spcAft>
              <a:buNone/>
              <a:defRPr sz="1800"/>
            </a:lvl9pPr>
          </a:lstStyle>
          <a:p/>
        </p:txBody>
      </p:sp>
      <p:sp>
        <p:nvSpPr>
          <p:cNvPr id="27" name="Google Shape;27;p4"/>
          <p:cNvSpPr txBox="1"/>
          <p:nvPr>
            <p:ph idx="1" type="subTitle"/>
          </p:nvPr>
        </p:nvSpPr>
        <p:spPr>
          <a:xfrm>
            <a:off x="228600" y="4815600"/>
            <a:ext cx="1611300" cy="1077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 name="Google Shape;28;p4"/>
          <p:cNvSpPr txBox="1"/>
          <p:nvPr>
            <p:ph idx="2" type="subTitle"/>
          </p:nvPr>
        </p:nvSpPr>
        <p:spPr>
          <a:xfrm>
            <a:off x="6266025" y="4815600"/>
            <a:ext cx="1611300" cy="1077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9" name="Google Shape;29;p4"/>
          <p:cNvSpPr txBox="1"/>
          <p:nvPr>
            <p:ph idx="3" type="subTitle"/>
          </p:nvPr>
        </p:nvSpPr>
        <p:spPr>
          <a:xfrm>
            <a:off x="8055250" y="4815600"/>
            <a:ext cx="868500" cy="1077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1">
  <p:cSld name="BLANK_1_1_1_1_1_2">
    <p:spTree>
      <p:nvGrpSpPr>
        <p:cNvPr id="30" name="Shape 30"/>
        <p:cNvGrpSpPr/>
        <p:nvPr/>
      </p:nvGrpSpPr>
      <p:grpSpPr>
        <a:xfrm>
          <a:off x="0" y="0"/>
          <a:ext cx="0" cy="0"/>
          <a:chOff x="0" y="0"/>
          <a:chExt cx="0" cy="0"/>
        </a:xfrm>
      </p:grpSpPr>
      <p:sp>
        <p:nvSpPr>
          <p:cNvPr id="31" name="Google Shape;31;p5"/>
          <p:cNvSpPr txBox="1"/>
          <p:nvPr>
            <p:ph type="title"/>
          </p:nvPr>
        </p:nvSpPr>
        <p:spPr>
          <a:xfrm>
            <a:off x="459900" y="423850"/>
            <a:ext cx="4484400" cy="273000"/>
          </a:xfrm>
          <a:prstGeom prst="rect">
            <a:avLst/>
          </a:prstGeom>
        </p:spPr>
        <p:txBody>
          <a:bodyPr anchorCtr="0" anchor="t" bIns="0" lIns="0" spcFirstLastPara="1" rIns="0" wrap="square" tIns="0">
            <a:noAutofit/>
          </a:bodyPr>
          <a:lstStyle>
            <a:lvl1pPr lvl="0">
              <a:spcBef>
                <a:spcPts val="0"/>
              </a:spcBef>
              <a:spcAft>
                <a:spcPts val="0"/>
              </a:spcAft>
              <a:buNone/>
              <a:defRPr sz="1800"/>
            </a:lvl1pPr>
            <a:lvl2pPr lvl="1">
              <a:spcBef>
                <a:spcPts val="0"/>
              </a:spcBef>
              <a:spcAft>
                <a:spcPts val="0"/>
              </a:spcAft>
              <a:buNone/>
              <a:defRPr sz="1800"/>
            </a:lvl2pPr>
            <a:lvl3pPr lvl="2">
              <a:spcBef>
                <a:spcPts val="0"/>
              </a:spcBef>
              <a:spcAft>
                <a:spcPts val="0"/>
              </a:spcAft>
              <a:buNone/>
              <a:defRPr sz="1800"/>
            </a:lvl3pPr>
            <a:lvl4pPr lvl="3">
              <a:spcBef>
                <a:spcPts val="0"/>
              </a:spcBef>
              <a:spcAft>
                <a:spcPts val="0"/>
              </a:spcAft>
              <a:buNone/>
              <a:defRPr sz="1800"/>
            </a:lvl4pPr>
            <a:lvl5pPr lvl="4">
              <a:spcBef>
                <a:spcPts val="0"/>
              </a:spcBef>
              <a:spcAft>
                <a:spcPts val="0"/>
              </a:spcAft>
              <a:buNone/>
              <a:defRPr sz="1800"/>
            </a:lvl5pPr>
            <a:lvl6pPr lvl="5">
              <a:spcBef>
                <a:spcPts val="0"/>
              </a:spcBef>
              <a:spcAft>
                <a:spcPts val="0"/>
              </a:spcAft>
              <a:buNone/>
              <a:defRPr sz="1800"/>
            </a:lvl6pPr>
            <a:lvl7pPr lvl="6">
              <a:spcBef>
                <a:spcPts val="0"/>
              </a:spcBef>
              <a:spcAft>
                <a:spcPts val="0"/>
              </a:spcAft>
              <a:buNone/>
              <a:defRPr sz="1800"/>
            </a:lvl7pPr>
            <a:lvl8pPr lvl="7">
              <a:spcBef>
                <a:spcPts val="0"/>
              </a:spcBef>
              <a:spcAft>
                <a:spcPts val="0"/>
              </a:spcAft>
              <a:buNone/>
              <a:defRPr sz="1800"/>
            </a:lvl8pPr>
            <a:lvl9pPr lvl="8">
              <a:spcBef>
                <a:spcPts val="0"/>
              </a:spcBef>
              <a:spcAft>
                <a:spcPts val="0"/>
              </a:spcAft>
              <a:buNone/>
              <a:defRPr sz="1800"/>
            </a:lvl9pPr>
          </a:lstStyle>
          <a:p/>
        </p:txBody>
      </p:sp>
      <p:sp>
        <p:nvSpPr>
          <p:cNvPr id="32" name="Google Shape;32;p5"/>
          <p:cNvSpPr txBox="1"/>
          <p:nvPr>
            <p:ph idx="1" type="subTitle"/>
          </p:nvPr>
        </p:nvSpPr>
        <p:spPr>
          <a:xfrm>
            <a:off x="1894014" y="1632200"/>
            <a:ext cx="1723800" cy="443400"/>
          </a:xfrm>
          <a:prstGeom prst="rect">
            <a:avLst/>
          </a:prstGeom>
        </p:spPr>
        <p:txBody>
          <a:bodyPr anchorCtr="0" anchor="ctr" bIns="0" lIns="0" spcFirstLastPara="1" rIns="0" wrap="square" tIns="0">
            <a:noAutofit/>
          </a:bodyPr>
          <a:lstStyle>
            <a:lvl1pPr lvl="0"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1pPr>
            <a:lvl2pPr lvl="1"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2pPr>
            <a:lvl3pPr lvl="2"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3pPr>
            <a:lvl4pPr lvl="3"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4pPr>
            <a:lvl5pPr lvl="4"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5pPr>
            <a:lvl6pPr lvl="5"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6pPr>
            <a:lvl7pPr lvl="6"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7pPr>
            <a:lvl8pPr lvl="7"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8pPr>
            <a:lvl9pPr lvl="8"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9pPr>
          </a:lstStyle>
          <a:p/>
        </p:txBody>
      </p:sp>
      <p:sp>
        <p:nvSpPr>
          <p:cNvPr id="33" name="Google Shape;33;p5"/>
          <p:cNvSpPr txBox="1"/>
          <p:nvPr>
            <p:ph idx="2" type="subTitle"/>
          </p:nvPr>
        </p:nvSpPr>
        <p:spPr>
          <a:xfrm>
            <a:off x="1958101" y="2362150"/>
            <a:ext cx="1605600" cy="443400"/>
          </a:xfrm>
          <a:prstGeom prst="rect">
            <a:avLst/>
          </a:prstGeom>
        </p:spPr>
        <p:txBody>
          <a:bodyPr anchorCtr="0" anchor="t"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34" name="Google Shape;34;p5"/>
          <p:cNvSpPr txBox="1"/>
          <p:nvPr>
            <p:ph idx="3" type="subTitle"/>
          </p:nvPr>
        </p:nvSpPr>
        <p:spPr>
          <a:xfrm>
            <a:off x="5787814" y="1632200"/>
            <a:ext cx="1723800" cy="443400"/>
          </a:xfrm>
          <a:prstGeom prst="rect">
            <a:avLst/>
          </a:prstGeom>
        </p:spPr>
        <p:txBody>
          <a:bodyPr anchorCtr="0" anchor="t" bIns="0" lIns="0" spcFirstLastPara="1" rIns="0" wrap="square" tIns="0">
            <a:noAutofit/>
          </a:bodyPr>
          <a:lstStyle>
            <a:lvl1pPr lvl="0"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1pPr>
            <a:lvl2pPr lvl="1"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2pPr>
            <a:lvl3pPr lvl="2"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3pPr>
            <a:lvl4pPr lvl="3"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4pPr>
            <a:lvl5pPr lvl="4"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5pPr>
            <a:lvl6pPr lvl="5"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6pPr>
            <a:lvl7pPr lvl="6"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7pPr>
            <a:lvl8pPr lvl="7"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8pPr>
            <a:lvl9pPr lvl="8"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9pPr>
          </a:lstStyle>
          <a:p/>
        </p:txBody>
      </p:sp>
      <p:sp>
        <p:nvSpPr>
          <p:cNvPr id="35" name="Google Shape;35;p5"/>
          <p:cNvSpPr txBox="1"/>
          <p:nvPr>
            <p:ph idx="4" type="subTitle"/>
          </p:nvPr>
        </p:nvSpPr>
        <p:spPr>
          <a:xfrm>
            <a:off x="3095188" y="3386700"/>
            <a:ext cx="1723800" cy="443400"/>
          </a:xfrm>
          <a:prstGeom prst="rect">
            <a:avLst/>
          </a:prstGeom>
        </p:spPr>
        <p:txBody>
          <a:bodyPr anchorCtr="0" anchor="ctr" bIns="0" lIns="0" spcFirstLastPara="1" rIns="0" wrap="square" tIns="0">
            <a:noAutofit/>
          </a:bodyPr>
          <a:lstStyle>
            <a:lvl1pPr lvl="0"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1pPr>
            <a:lvl2pPr lvl="1"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2pPr>
            <a:lvl3pPr lvl="2"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3pPr>
            <a:lvl4pPr lvl="3"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4pPr>
            <a:lvl5pPr lvl="4"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5pPr>
            <a:lvl6pPr lvl="5"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6pPr>
            <a:lvl7pPr lvl="6"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7pPr>
            <a:lvl8pPr lvl="7"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8pPr>
            <a:lvl9pPr lvl="8"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9pPr>
          </a:lstStyle>
          <a:p/>
        </p:txBody>
      </p:sp>
      <p:sp>
        <p:nvSpPr>
          <p:cNvPr id="36" name="Google Shape;36;p5"/>
          <p:cNvSpPr txBox="1"/>
          <p:nvPr>
            <p:ph idx="5" type="subTitle"/>
          </p:nvPr>
        </p:nvSpPr>
        <p:spPr>
          <a:xfrm>
            <a:off x="6974688" y="3386700"/>
            <a:ext cx="1723800" cy="443400"/>
          </a:xfrm>
          <a:prstGeom prst="rect">
            <a:avLst/>
          </a:prstGeom>
        </p:spPr>
        <p:txBody>
          <a:bodyPr anchorCtr="0" anchor="ctr" bIns="0" lIns="0" spcFirstLastPara="1" rIns="0" wrap="square" tIns="0">
            <a:noAutofit/>
          </a:bodyPr>
          <a:lstStyle>
            <a:lvl1pPr lvl="0"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1pPr>
            <a:lvl2pPr lvl="1"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2pPr>
            <a:lvl3pPr lvl="2"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3pPr>
            <a:lvl4pPr lvl="3"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4pPr>
            <a:lvl5pPr lvl="4"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5pPr>
            <a:lvl6pPr lvl="5"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6pPr>
            <a:lvl7pPr lvl="6"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7pPr>
            <a:lvl8pPr lvl="7"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8pPr>
            <a:lvl9pPr lvl="8" algn="ctr">
              <a:spcBef>
                <a:spcPts val="0"/>
              </a:spcBef>
              <a:spcAft>
                <a:spcPts val="0"/>
              </a:spcAft>
              <a:buNone/>
              <a:defRPr sz="1200">
                <a:solidFill>
                  <a:schemeClr val="lt1"/>
                </a:solidFill>
                <a:latin typeface="Instrument Sans Medium"/>
                <a:ea typeface="Instrument Sans Medium"/>
                <a:cs typeface="Instrument Sans Medium"/>
                <a:sym typeface="Instrument Sans Medium"/>
              </a:defRPr>
            </a:lvl9pPr>
          </a:lstStyle>
          <a:p/>
        </p:txBody>
      </p:sp>
      <p:sp>
        <p:nvSpPr>
          <p:cNvPr id="37" name="Google Shape;37;p5"/>
          <p:cNvSpPr txBox="1"/>
          <p:nvPr>
            <p:ph idx="6" type="subTitle"/>
          </p:nvPr>
        </p:nvSpPr>
        <p:spPr>
          <a:xfrm>
            <a:off x="5855351" y="2362150"/>
            <a:ext cx="1605600" cy="443400"/>
          </a:xfrm>
          <a:prstGeom prst="rect">
            <a:avLst/>
          </a:prstGeom>
        </p:spPr>
        <p:txBody>
          <a:bodyPr anchorCtr="0" anchor="t"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38" name="Google Shape;38;p5"/>
          <p:cNvSpPr txBox="1"/>
          <p:nvPr>
            <p:ph idx="7" type="subTitle"/>
          </p:nvPr>
        </p:nvSpPr>
        <p:spPr>
          <a:xfrm>
            <a:off x="3162700" y="4116600"/>
            <a:ext cx="1605600" cy="443400"/>
          </a:xfrm>
          <a:prstGeom prst="rect">
            <a:avLst/>
          </a:prstGeom>
        </p:spPr>
        <p:txBody>
          <a:bodyPr anchorCtr="0" anchor="t"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39" name="Google Shape;39;p5"/>
          <p:cNvSpPr txBox="1"/>
          <p:nvPr>
            <p:ph idx="8" type="subTitle"/>
          </p:nvPr>
        </p:nvSpPr>
        <p:spPr>
          <a:xfrm>
            <a:off x="7052650" y="4116600"/>
            <a:ext cx="1605600" cy="443400"/>
          </a:xfrm>
          <a:prstGeom prst="rect">
            <a:avLst/>
          </a:prstGeom>
        </p:spPr>
        <p:txBody>
          <a:bodyPr anchorCtr="0" anchor="t"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40" name="Google Shape;40;p5"/>
          <p:cNvSpPr txBox="1"/>
          <p:nvPr>
            <p:ph idx="9" type="subTitle"/>
          </p:nvPr>
        </p:nvSpPr>
        <p:spPr>
          <a:xfrm>
            <a:off x="228600" y="220050"/>
            <a:ext cx="2427000" cy="153900"/>
          </a:xfrm>
          <a:prstGeom prst="rect">
            <a:avLst/>
          </a:prstGeom>
        </p:spPr>
        <p:txBody>
          <a:bodyPr anchorCtr="0" anchor="t" bIns="0" lIns="0" spcFirstLastPara="1" rIns="0" wrap="square" tIns="0">
            <a:spAutoFit/>
          </a:bodyPr>
          <a:lstStyle>
            <a:lvl1pPr lvl="0">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2pPr>
            <a:lvl3pPr lvl="2">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3pPr>
            <a:lvl4pPr lvl="3">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4pPr>
            <a:lvl5pPr lvl="4">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5pPr>
            <a:lvl6pPr lvl="5">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6pPr>
            <a:lvl7pPr lvl="6">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7pPr>
            <a:lvl8pPr lvl="7">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8pPr>
            <a:lvl9pPr lvl="8">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9pPr>
          </a:lstStyle>
          <a:p/>
        </p:txBody>
      </p:sp>
      <p:sp>
        <p:nvSpPr>
          <p:cNvPr id="41" name="Google Shape;41;p5"/>
          <p:cNvSpPr/>
          <p:nvPr/>
        </p:nvSpPr>
        <p:spPr>
          <a:xfrm rot="5400000">
            <a:off x="216900" y="486850"/>
            <a:ext cx="170400" cy="147000"/>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42" name="Google Shape;42;p5"/>
          <p:cNvSpPr/>
          <p:nvPr>
            <p:ph idx="13" type="pic"/>
          </p:nvPr>
        </p:nvSpPr>
        <p:spPr>
          <a:xfrm>
            <a:off x="228600" y="1488950"/>
            <a:ext cx="1459800" cy="1459800"/>
          </a:xfrm>
          <a:prstGeom prst="rect">
            <a:avLst/>
          </a:prstGeom>
          <a:noFill/>
          <a:ln>
            <a:noFill/>
          </a:ln>
        </p:spPr>
      </p:sp>
      <p:sp>
        <p:nvSpPr>
          <p:cNvPr id="43" name="Google Shape;43;p5"/>
          <p:cNvSpPr/>
          <p:nvPr>
            <p:ph idx="14" type="pic"/>
          </p:nvPr>
        </p:nvSpPr>
        <p:spPr>
          <a:xfrm>
            <a:off x="4108150" y="1488950"/>
            <a:ext cx="1459800" cy="1459800"/>
          </a:xfrm>
          <a:prstGeom prst="rect">
            <a:avLst/>
          </a:prstGeom>
          <a:noFill/>
          <a:ln>
            <a:noFill/>
          </a:ln>
        </p:spPr>
      </p:sp>
      <p:sp>
        <p:nvSpPr>
          <p:cNvPr id="44" name="Google Shape;44;p5"/>
          <p:cNvSpPr/>
          <p:nvPr>
            <p:ph idx="15" type="pic"/>
          </p:nvPr>
        </p:nvSpPr>
        <p:spPr>
          <a:xfrm>
            <a:off x="1431424" y="3243450"/>
            <a:ext cx="1459800" cy="1459800"/>
          </a:xfrm>
          <a:prstGeom prst="rect">
            <a:avLst/>
          </a:prstGeom>
          <a:noFill/>
          <a:ln>
            <a:noFill/>
          </a:ln>
        </p:spPr>
      </p:sp>
      <p:sp>
        <p:nvSpPr>
          <p:cNvPr id="45" name="Google Shape;45;p5"/>
          <p:cNvSpPr/>
          <p:nvPr>
            <p:ph idx="16" type="pic"/>
          </p:nvPr>
        </p:nvSpPr>
        <p:spPr>
          <a:xfrm>
            <a:off x="5310924" y="3243450"/>
            <a:ext cx="1459800" cy="1459800"/>
          </a:xfrm>
          <a:prstGeom prst="rect">
            <a:avLst/>
          </a:prstGeom>
          <a:noFill/>
          <a:ln>
            <a:noFill/>
          </a:ln>
        </p:spPr>
      </p:sp>
      <p:sp>
        <p:nvSpPr>
          <p:cNvPr id="46" name="Google Shape;46;p5"/>
          <p:cNvSpPr txBox="1"/>
          <p:nvPr>
            <p:ph idx="17"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47" name="Google Shape;47;p5"/>
          <p:cNvSpPr txBox="1"/>
          <p:nvPr>
            <p:ph idx="18"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48" name="Google Shape;48;p5"/>
          <p:cNvSpPr txBox="1"/>
          <p:nvPr>
            <p:ph idx="19"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3">
  <p:cSld name="BLANK_1_1_1_1_1_2_1">
    <p:spTree>
      <p:nvGrpSpPr>
        <p:cNvPr id="49" name="Shape 49"/>
        <p:cNvGrpSpPr/>
        <p:nvPr/>
      </p:nvGrpSpPr>
      <p:grpSpPr>
        <a:xfrm>
          <a:off x="0" y="0"/>
          <a:ext cx="0" cy="0"/>
          <a:chOff x="0" y="0"/>
          <a:chExt cx="0" cy="0"/>
        </a:xfrm>
      </p:grpSpPr>
      <p:sp>
        <p:nvSpPr>
          <p:cNvPr id="50" name="Google Shape;50;p6"/>
          <p:cNvSpPr txBox="1"/>
          <p:nvPr>
            <p:ph idx="1" type="subTitle"/>
          </p:nvPr>
        </p:nvSpPr>
        <p:spPr>
          <a:xfrm>
            <a:off x="2062075" y="1327475"/>
            <a:ext cx="2301000" cy="184800"/>
          </a:xfrm>
          <a:prstGeom prst="rect">
            <a:avLst/>
          </a:prstGeom>
        </p:spPr>
        <p:txBody>
          <a:bodyPr anchorCtr="0" anchor="t" bIns="0" lIns="0" spcFirstLastPara="1" rIns="0" wrap="square" tIns="0">
            <a:noAutofit/>
          </a:bodyPr>
          <a:lstStyle>
            <a:lvl1pPr lvl="0">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1pPr>
            <a:lvl2pPr lvl="1">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2pPr>
            <a:lvl3pPr lvl="2">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3pPr>
            <a:lvl4pPr lvl="3">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4pPr>
            <a:lvl5pPr lvl="4">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5pPr>
            <a:lvl6pPr lvl="5">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6pPr>
            <a:lvl7pPr lvl="6">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7pPr>
            <a:lvl8pPr lvl="7">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8pPr>
            <a:lvl9pPr lvl="8">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9pPr>
          </a:lstStyle>
          <a:p/>
        </p:txBody>
      </p:sp>
      <p:sp>
        <p:nvSpPr>
          <p:cNvPr id="51" name="Google Shape;51;p6"/>
          <p:cNvSpPr txBox="1"/>
          <p:nvPr>
            <p:ph idx="2" type="body"/>
          </p:nvPr>
        </p:nvSpPr>
        <p:spPr>
          <a:xfrm>
            <a:off x="2065375" y="1844475"/>
            <a:ext cx="2301000" cy="8412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dk1"/>
              </a:buClr>
              <a:buSzPts val="1000"/>
              <a:buFont typeface="Instrument Sans"/>
              <a:buChar char="●"/>
              <a:defRPr sz="1000"/>
            </a:lvl1pPr>
            <a:lvl2pPr indent="-292100" lvl="1" marL="914400">
              <a:lnSpc>
                <a:spcPct val="115000"/>
              </a:lnSpc>
              <a:spcBef>
                <a:spcPts val="800"/>
              </a:spcBef>
              <a:spcAft>
                <a:spcPts val="0"/>
              </a:spcAft>
              <a:buClr>
                <a:schemeClr val="dk1"/>
              </a:buClr>
              <a:buSzPts val="1000"/>
              <a:buFont typeface="Instrument Sans"/>
              <a:buChar char="○"/>
              <a:defRPr sz="1000"/>
            </a:lvl2pPr>
            <a:lvl3pPr indent="-292100" lvl="2" marL="1371600">
              <a:lnSpc>
                <a:spcPct val="115000"/>
              </a:lnSpc>
              <a:spcBef>
                <a:spcPts val="800"/>
              </a:spcBef>
              <a:spcAft>
                <a:spcPts val="0"/>
              </a:spcAft>
              <a:buClr>
                <a:schemeClr val="dk1"/>
              </a:buClr>
              <a:buSzPts val="1000"/>
              <a:buFont typeface="Instrument Sans"/>
              <a:buChar char="■"/>
              <a:defRPr sz="1000"/>
            </a:lvl3pPr>
            <a:lvl4pPr indent="-292100" lvl="3" marL="1828800">
              <a:lnSpc>
                <a:spcPct val="115000"/>
              </a:lnSpc>
              <a:spcBef>
                <a:spcPts val="800"/>
              </a:spcBef>
              <a:spcAft>
                <a:spcPts val="0"/>
              </a:spcAft>
              <a:buClr>
                <a:schemeClr val="dk1"/>
              </a:buClr>
              <a:buSzPts val="1000"/>
              <a:buFont typeface="Instrument Sans"/>
              <a:buChar char="●"/>
              <a:defRPr sz="1000"/>
            </a:lvl4pPr>
            <a:lvl5pPr indent="-292100" lvl="4" marL="2286000">
              <a:lnSpc>
                <a:spcPct val="115000"/>
              </a:lnSpc>
              <a:spcBef>
                <a:spcPts val="800"/>
              </a:spcBef>
              <a:spcAft>
                <a:spcPts val="0"/>
              </a:spcAft>
              <a:buClr>
                <a:schemeClr val="dk1"/>
              </a:buClr>
              <a:buSzPts val="1000"/>
              <a:buFont typeface="Instrument Sans"/>
              <a:buChar char="○"/>
              <a:defRPr sz="1000"/>
            </a:lvl5pPr>
            <a:lvl6pPr indent="-292100" lvl="5" marL="2743200">
              <a:lnSpc>
                <a:spcPct val="115000"/>
              </a:lnSpc>
              <a:spcBef>
                <a:spcPts val="800"/>
              </a:spcBef>
              <a:spcAft>
                <a:spcPts val="0"/>
              </a:spcAft>
              <a:buClr>
                <a:schemeClr val="dk1"/>
              </a:buClr>
              <a:buSzPts val="1000"/>
              <a:buFont typeface="Instrument Sans"/>
              <a:buChar char="■"/>
              <a:defRPr sz="1000"/>
            </a:lvl6pPr>
            <a:lvl7pPr indent="-292100" lvl="6" marL="3200400">
              <a:lnSpc>
                <a:spcPct val="115000"/>
              </a:lnSpc>
              <a:spcBef>
                <a:spcPts val="800"/>
              </a:spcBef>
              <a:spcAft>
                <a:spcPts val="0"/>
              </a:spcAft>
              <a:buClr>
                <a:schemeClr val="dk1"/>
              </a:buClr>
              <a:buSzPts val="1000"/>
              <a:buFont typeface="Instrument Sans"/>
              <a:buChar char="●"/>
              <a:defRPr sz="1000"/>
            </a:lvl7pPr>
            <a:lvl8pPr indent="-292100" lvl="7" marL="3657600">
              <a:lnSpc>
                <a:spcPct val="115000"/>
              </a:lnSpc>
              <a:spcBef>
                <a:spcPts val="800"/>
              </a:spcBef>
              <a:spcAft>
                <a:spcPts val="0"/>
              </a:spcAft>
              <a:buClr>
                <a:schemeClr val="dk1"/>
              </a:buClr>
              <a:buSzPts val="1000"/>
              <a:buFont typeface="Instrument Sans"/>
              <a:buChar char="○"/>
              <a:defRPr sz="1000"/>
            </a:lvl8pPr>
            <a:lvl9pPr indent="-292100" lvl="8" marL="4114800">
              <a:lnSpc>
                <a:spcPct val="115000"/>
              </a:lnSpc>
              <a:spcBef>
                <a:spcPts val="800"/>
              </a:spcBef>
              <a:spcAft>
                <a:spcPts val="800"/>
              </a:spcAft>
              <a:buClr>
                <a:schemeClr val="dk1"/>
              </a:buClr>
              <a:buSzPts val="1000"/>
              <a:buFont typeface="Instrument Sans"/>
              <a:buChar char="■"/>
              <a:defRPr sz="1000"/>
            </a:lvl9pPr>
          </a:lstStyle>
          <a:p/>
        </p:txBody>
      </p:sp>
      <p:sp>
        <p:nvSpPr>
          <p:cNvPr id="52" name="Google Shape;52;p6"/>
          <p:cNvSpPr txBox="1"/>
          <p:nvPr>
            <p:ph idx="3" type="subTitle"/>
          </p:nvPr>
        </p:nvSpPr>
        <p:spPr>
          <a:xfrm>
            <a:off x="6405875" y="1318350"/>
            <a:ext cx="2301000" cy="184800"/>
          </a:xfrm>
          <a:prstGeom prst="rect">
            <a:avLst/>
          </a:prstGeom>
        </p:spPr>
        <p:txBody>
          <a:bodyPr anchorCtr="0" anchor="t" bIns="0" lIns="0" spcFirstLastPara="1" rIns="0" wrap="square" tIns="0">
            <a:noAutofit/>
          </a:bodyPr>
          <a:lstStyle>
            <a:lvl1pPr lvl="0">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1pPr>
            <a:lvl2pPr lvl="1">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2pPr>
            <a:lvl3pPr lvl="2">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3pPr>
            <a:lvl4pPr lvl="3">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4pPr>
            <a:lvl5pPr lvl="4">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5pPr>
            <a:lvl6pPr lvl="5">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6pPr>
            <a:lvl7pPr lvl="6">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7pPr>
            <a:lvl8pPr lvl="7">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8pPr>
            <a:lvl9pPr lvl="8">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9pPr>
          </a:lstStyle>
          <a:p/>
        </p:txBody>
      </p:sp>
      <p:sp>
        <p:nvSpPr>
          <p:cNvPr id="53" name="Google Shape;53;p6"/>
          <p:cNvSpPr txBox="1"/>
          <p:nvPr>
            <p:ph idx="4" type="body"/>
          </p:nvPr>
        </p:nvSpPr>
        <p:spPr>
          <a:xfrm>
            <a:off x="6409175" y="1835350"/>
            <a:ext cx="2301000" cy="8412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dk1"/>
              </a:buClr>
              <a:buSzPts val="1000"/>
              <a:buFont typeface="Instrument Sans"/>
              <a:buChar char="●"/>
              <a:defRPr sz="1000"/>
            </a:lvl1pPr>
            <a:lvl2pPr indent="-292100" lvl="1" marL="914400">
              <a:lnSpc>
                <a:spcPct val="115000"/>
              </a:lnSpc>
              <a:spcBef>
                <a:spcPts val="800"/>
              </a:spcBef>
              <a:spcAft>
                <a:spcPts val="0"/>
              </a:spcAft>
              <a:buClr>
                <a:schemeClr val="dk1"/>
              </a:buClr>
              <a:buSzPts val="1000"/>
              <a:buFont typeface="Instrument Sans"/>
              <a:buChar char="○"/>
              <a:defRPr sz="1000"/>
            </a:lvl2pPr>
            <a:lvl3pPr indent="-292100" lvl="2" marL="1371600">
              <a:lnSpc>
                <a:spcPct val="115000"/>
              </a:lnSpc>
              <a:spcBef>
                <a:spcPts val="800"/>
              </a:spcBef>
              <a:spcAft>
                <a:spcPts val="0"/>
              </a:spcAft>
              <a:buClr>
                <a:schemeClr val="dk1"/>
              </a:buClr>
              <a:buSzPts val="1000"/>
              <a:buFont typeface="Instrument Sans"/>
              <a:buChar char="■"/>
              <a:defRPr sz="1000"/>
            </a:lvl3pPr>
            <a:lvl4pPr indent="-292100" lvl="3" marL="1828800">
              <a:lnSpc>
                <a:spcPct val="115000"/>
              </a:lnSpc>
              <a:spcBef>
                <a:spcPts val="800"/>
              </a:spcBef>
              <a:spcAft>
                <a:spcPts val="0"/>
              </a:spcAft>
              <a:buClr>
                <a:schemeClr val="dk1"/>
              </a:buClr>
              <a:buSzPts val="1000"/>
              <a:buFont typeface="Instrument Sans"/>
              <a:buChar char="●"/>
              <a:defRPr sz="1000"/>
            </a:lvl4pPr>
            <a:lvl5pPr indent="-292100" lvl="4" marL="2286000">
              <a:lnSpc>
                <a:spcPct val="115000"/>
              </a:lnSpc>
              <a:spcBef>
                <a:spcPts val="800"/>
              </a:spcBef>
              <a:spcAft>
                <a:spcPts val="0"/>
              </a:spcAft>
              <a:buClr>
                <a:schemeClr val="dk1"/>
              </a:buClr>
              <a:buSzPts val="1000"/>
              <a:buFont typeface="Instrument Sans"/>
              <a:buChar char="○"/>
              <a:defRPr sz="1000"/>
            </a:lvl5pPr>
            <a:lvl6pPr indent="-292100" lvl="5" marL="2743200">
              <a:lnSpc>
                <a:spcPct val="115000"/>
              </a:lnSpc>
              <a:spcBef>
                <a:spcPts val="800"/>
              </a:spcBef>
              <a:spcAft>
                <a:spcPts val="0"/>
              </a:spcAft>
              <a:buClr>
                <a:schemeClr val="dk1"/>
              </a:buClr>
              <a:buSzPts val="1000"/>
              <a:buFont typeface="Instrument Sans"/>
              <a:buChar char="■"/>
              <a:defRPr sz="1000"/>
            </a:lvl6pPr>
            <a:lvl7pPr indent="-292100" lvl="6" marL="3200400">
              <a:lnSpc>
                <a:spcPct val="115000"/>
              </a:lnSpc>
              <a:spcBef>
                <a:spcPts val="800"/>
              </a:spcBef>
              <a:spcAft>
                <a:spcPts val="0"/>
              </a:spcAft>
              <a:buClr>
                <a:schemeClr val="dk1"/>
              </a:buClr>
              <a:buSzPts val="1000"/>
              <a:buFont typeface="Instrument Sans"/>
              <a:buChar char="●"/>
              <a:defRPr sz="1000"/>
            </a:lvl7pPr>
            <a:lvl8pPr indent="-292100" lvl="7" marL="3657600">
              <a:lnSpc>
                <a:spcPct val="115000"/>
              </a:lnSpc>
              <a:spcBef>
                <a:spcPts val="800"/>
              </a:spcBef>
              <a:spcAft>
                <a:spcPts val="0"/>
              </a:spcAft>
              <a:buClr>
                <a:schemeClr val="dk1"/>
              </a:buClr>
              <a:buSzPts val="1000"/>
              <a:buFont typeface="Instrument Sans"/>
              <a:buChar char="○"/>
              <a:defRPr sz="1000"/>
            </a:lvl8pPr>
            <a:lvl9pPr indent="-292100" lvl="8" marL="4114800">
              <a:lnSpc>
                <a:spcPct val="115000"/>
              </a:lnSpc>
              <a:spcBef>
                <a:spcPts val="800"/>
              </a:spcBef>
              <a:spcAft>
                <a:spcPts val="800"/>
              </a:spcAft>
              <a:buClr>
                <a:schemeClr val="dk1"/>
              </a:buClr>
              <a:buSzPts val="1000"/>
              <a:buFont typeface="Instrument Sans"/>
              <a:buChar char="■"/>
              <a:defRPr sz="1000"/>
            </a:lvl9pPr>
          </a:lstStyle>
          <a:p/>
        </p:txBody>
      </p:sp>
      <p:sp>
        <p:nvSpPr>
          <p:cNvPr id="54" name="Google Shape;54;p6"/>
          <p:cNvSpPr txBox="1"/>
          <p:nvPr>
            <p:ph type="title"/>
          </p:nvPr>
        </p:nvSpPr>
        <p:spPr>
          <a:xfrm>
            <a:off x="459900" y="423850"/>
            <a:ext cx="4484400" cy="273000"/>
          </a:xfrm>
          <a:prstGeom prst="rect">
            <a:avLst/>
          </a:prstGeom>
        </p:spPr>
        <p:txBody>
          <a:bodyPr anchorCtr="0" anchor="t" bIns="0" lIns="0" spcFirstLastPara="1" rIns="0" wrap="square" tIns="0">
            <a:noAutofit/>
          </a:bodyPr>
          <a:lstStyle>
            <a:lvl1pPr lvl="0">
              <a:spcBef>
                <a:spcPts val="0"/>
              </a:spcBef>
              <a:spcAft>
                <a:spcPts val="0"/>
              </a:spcAft>
              <a:buNone/>
              <a:defRPr sz="1800"/>
            </a:lvl1pPr>
            <a:lvl2pPr lvl="1">
              <a:spcBef>
                <a:spcPts val="0"/>
              </a:spcBef>
              <a:spcAft>
                <a:spcPts val="0"/>
              </a:spcAft>
              <a:buNone/>
              <a:defRPr sz="1800"/>
            </a:lvl2pPr>
            <a:lvl3pPr lvl="2">
              <a:spcBef>
                <a:spcPts val="0"/>
              </a:spcBef>
              <a:spcAft>
                <a:spcPts val="0"/>
              </a:spcAft>
              <a:buNone/>
              <a:defRPr sz="1800"/>
            </a:lvl3pPr>
            <a:lvl4pPr lvl="3">
              <a:spcBef>
                <a:spcPts val="0"/>
              </a:spcBef>
              <a:spcAft>
                <a:spcPts val="0"/>
              </a:spcAft>
              <a:buNone/>
              <a:defRPr sz="1800"/>
            </a:lvl4pPr>
            <a:lvl5pPr lvl="4">
              <a:spcBef>
                <a:spcPts val="0"/>
              </a:spcBef>
              <a:spcAft>
                <a:spcPts val="0"/>
              </a:spcAft>
              <a:buNone/>
              <a:defRPr sz="1800"/>
            </a:lvl5pPr>
            <a:lvl6pPr lvl="5">
              <a:spcBef>
                <a:spcPts val="0"/>
              </a:spcBef>
              <a:spcAft>
                <a:spcPts val="0"/>
              </a:spcAft>
              <a:buNone/>
              <a:defRPr sz="1800"/>
            </a:lvl6pPr>
            <a:lvl7pPr lvl="6">
              <a:spcBef>
                <a:spcPts val="0"/>
              </a:spcBef>
              <a:spcAft>
                <a:spcPts val="0"/>
              </a:spcAft>
              <a:buNone/>
              <a:defRPr sz="1800"/>
            </a:lvl7pPr>
            <a:lvl8pPr lvl="7">
              <a:spcBef>
                <a:spcPts val="0"/>
              </a:spcBef>
              <a:spcAft>
                <a:spcPts val="0"/>
              </a:spcAft>
              <a:buNone/>
              <a:defRPr sz="1800"/>
            </a:lvl8pPr>
            <a:lvl9pPr lvl="8">
              <a:spcBef>
                <a:spcPts val="0"/>
              </a:spcBef>
              <a:spcAft>
                <a:spcPts val="0"/>
              </a:spcAft>
              <a:buNone/>
              <a:defRPr sz="1800"/>
            </a:lvl9pPr>
          </a:lstStyle>
          <a:p/>
        </p:txBody>
      </p:sp>
      <p:sp>
        <p:nvSpPr>
          <p:cNvPr id="55" name="Google Shape;55;p6"/>
          <p:cNvSpPr txBox="1"/>
          <p:nvPr>
            <p:ph idx="5" type="subTitle"/>
          </p:nvPr>
        </p:nvSpPr>
        <p:spPr>
          <a:xfrm>
            <a:off x="228600" y="220050"/>
            <a:ext cx="2427000" cy="153900"/>
          </a:xfrm>
          <a:prstGeom prst="rect">
            <a:avLst/>
          </a:prstGeom>
        </p:spPr>
        <p:txBody>
          <a:bodyPr anchorCtr="0" anchor="t" bIns="0" lIns="0" spcFirstLastPara="1" rIns="0" wrap="square" tIns="0">
            <a:spAutoFit/>
          </a:bodyPr>
          <a:lstStyle>
            <a:lvl1pPr lvl="0">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2pPr>
            <a:lvl3pPr lvl="2">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3pPr>
            <a:lvl4pPr lvl="3">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4pPr>
            <a:lvl5pPr lvl="4">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5pPr>
            <a:lvl6pPr lvl="5">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6pPr>
            <a:lvl7pPr lvl="6">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7pPr>
            <a:lvl8pPr lvl="7">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8pPr>
            <a:lvl9pPr lvl="8">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9pPr>
          </a:lstStyle>
          <a:p/>
        </p:txBody>
      </p:sp>
      <p:sp>
        <p:nvSpPr>
          <p:cNvPr id="56" name="Google Shape;56;p6"/>
          <p:cNvSpPr/>
          <p:nvPr/>
        </p:nvSpPr>
        <p:spPr>
          <a:xfrm rot="5400000">
            <a:off x="216900" y="486850"/>
            <a:ext cx="170400" cy="147000"/>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57" name="Google Shape;57;p6"/>
          <p:cNvSpPr/>
          <p:nvPr>
            <p:ph idx="6" type="pic"/>
          </p:nvPr>
        </p:nvSpPr>
        <p:spPr>
          <a:xfrm>
            <a:off x="404450" y="1271375"/>
            <a:ext cx="1452000" cy="1452000"/>
          </a:xfrm>
          <a:prstGeom prst="ellipse">
            <a:avLst/>
          </a:prstGeom>
          <a:noFill/>
          <a:ln>
            <a:noFill/>
          </a:ln>
        </p:spPr>
      </p:sp>
      <p:sp>
        <p:nvSpPr>
          <p:cNvPr id="58" name="Google Shape;58;p6"/>
          <p:cNvSpPr/>
          <p:nvPr>
            <p:ph idx="7" type="pic"/>
          </p:nvPr>
        </p:nvSpPr>
        <p:spPr>
          <a:xfrm>
            <a:off x="4748363" y="1271375"/>
            <a:ext cx="1452000" cy="1452000"/>
          </a:xfrm>
          <a:prstGeom prst="ellipse">
            <a:avLst/>
          </a:prstGeom>
          <a:noFill/>
          <a:ln>
            <a:noFill/>
          </a:ln>
        </p:spPr>
      </p:sp>
      <p:sp>
        <p:nvSpPr>
          <p:cNvPr id="59" name="Google Shape;59;p6"/>
          <p:cNvSpPr/>
          <p:nvPr>
            <p:ph idx="8" type="pic"/>
          </p:nvPr>
        </p:nvSpPr>
        <p:spPr>
          <a:xfrm>
            <a:off x="4748338" y="3075225"/>
            <a:ext cx="1452000" cy="1452000"/>
          </a:xfrm>
          <a:prstGeom prst="ellipse">
            <a:avLst/>
          </a:prstGeom>
          <a:noFill/>
          <a:ln>
            <a:noFill/>
          </a:ln>
        </p:spPr>
      </p:sp>
      <p:sp>
        <p:nvSpPr>
          <p:cNvPr id="60" name="Google Shape;60;p6"/>
          <p:cNvSpPr/>
          <p:nvPr>
            <p:ph idx="9" type="pic"/>
          </p:nvPr>
        </p:nvSpPr>
        <p:spPr>
          <a:xfrm>
            <a:off x="404438" y="3075300"/>
            <a:ext cx="1452000" cy="1452000"/>
          </a:xfrm>
          <a:prstGeom prst="ellipse">
            <a:avLst/>
          </a:prstGeom>
          <a:noFill/>
          <a:ln>
            <a:noFill/>
          </a:ln>
        </p:spPr>
      </p:sp>
      <p:sp>
        <p:nvSpPr>
          <p:cNvPr id="61" name="Google Shape;61;p6"/>
          <p:cNvSpPr txBox="1"/>
          <p:nvPr>
            <p:ph idx="13" type="subTitle"/>
          </p:nvPr>
        </p:nvSpPr>
        <p:spPr>
          <a:xfrm>
            <a:off x="6405875" y="3122200"/>
            <a:ext cx="2301000" cy="184800"/>
          </a:xfrm>
          <a:prstGeom prst="rect">
            <a:avLst/>
          </a:prstGeom>
        </p:spPr>
        <p:txBody>
          <a:bodyPr anchorCtr="0" anchor="t" bIns="0" lIns="0" spcFirstLastPara="1" rIns="0" wrap="square" tIns="0">
            <a:noAutofit/>
          </a:bodyPr>
          <a:lstStyle>
            <a:lvl1pPr lvl="0">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1pPr>
            <a:lvl2pPr lvl="1">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2pPr>
            <a:lvl3pPr lvl="2">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3pPr>
            <a:lvl4pPr lvl="3">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4pPr>
            <a:lvl5pPr lvl="4">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5pPr>
            <a:lvl6pPr lvl="5">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6pPr>
            <a:lvl7pPr lvl="6">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7pPr>
            <a:lvl8pPr lvl="7">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8pPr>
            <a:lvl9pPr lvl="8">
              <a:spcBef>
                <a:spcPts val="0"/>
              </a:spcBef>
              <a:spcAft>
                <a:spcPts val="0"/>
              </a:spcAft>
              <a:buNone/>
              <a:defRPr sz="1200">
                <a:solidFill>
                  <a:schemeClr val="accent2"/>
                </a:solidFill>
                <a:latin typeface="Instrument Sans Medium"/>
                <a:ea typeface="Instrument Sans Medium"/>
                <a:cs typeface="Instrument Sans Medium"/>
                <a:sym typeface="Instrument Sans Medium"/>
              </a:defRPr>
            </a:lvl9pPr>
          </a:lstStyle>
          <a:p/>
        </p:txBody>
      </p:sp>
      <p:sp>
        <p:nvSpPr>
          <p:cNvPr id="62" name="Google Shape;62;p6"/>
          <p:cNvSpPr txBox="1"/>
          <p:nvPr>
            <p:ph idx="14" type="body"/>
          </p:nvPr>
        </p:nvSpPr>
        <p:spPr>
          <a:xfrm>
            <a:off x="6409175" y="3639200"/>
            <a:ext cx="2301000" cy="8412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dk1"/>
              </a:buClr>
              <a:buSzPts val="1000"/>
              <a:buFont typeface="Instrument Sans"/>
              <a:buChar char="●"/>
              <a:defRPr sz="1000"/>
            </a:lvl1pPr>
            <a:lvl2pPr indent="-292100" lvl="1" marL="914400">
              <a:lnSpc>
                <a:spcPct val="115000"/>
              </a:lnSpc>
              <a:spcBef>
                <a:spcPts val="800"/>
              </a:spcBef>
              <a:spcAft>
                <a:spcPts val="0"/>
              </a:spcAft>
              <a:buClr>
                <a:schemeClr val="dk1"/>
              </a:buClr>
              <a:buSzPts val="1000"/>
              <a:buFont typeface="Instrument Sans"/>
              <a:buChar char="○"/>
              <a:defRPr sz="1000"/>
            </a:lvl2pPr>
            <a:lvl3pPr indent="-292100" lvl="2" marL="1371600">
              <a:lnSpc>
                <a:spcPct val="115000"/>
              </a:lnSpc>
              <a:spcBef>
                <a:spcPts val="800"/>
              </a:spcBef>
              <a:spcAft>
                <a:spcPts val="0"/>
              </a:spcAft>
              <a:buClr>
                <a:schemeClr val="dk1"/>
              </a:buClr>
              <a:buSzPts val="1000"/>
              <a:buFont typeface="Instrument Sans"/>
              <a:buChar char="■"/>
              <a:defRPr sz="1000"/>
            </a:lvl3pPr>
            <a:lvl4pPr indent="-292100" lvl="3" marL="1828800">
              <a:lnSpc>
                <a:spcPct val="115000"/>
              </a:lnSpc>
              <a:spcBef>
                <a:spcPts val="800"/>
              </a:spcBef>
              <a:spcAft>
                <a:spcPts val="0"/>
              </a:spcAft>
              <a:buClr>
                <a:schemeClr val="dk1"/>
              </a:buClr>
              <a:buSzPts val="1000"/>
              <a:buFont typeface="Instrument Sans"/>
              <a:buChar char="●"/>
              <a:defRPr sz="1000"/>
            </a:lvl4pPr>
            <a:lvl5pPr indent="-292100" lvl="4" marL="2286000">
              <a:lnSpc>
                <a:spcPct val="115000"/>
              </a:lnSpc>
              <a:spcBef>
                <a:spcPts val="800"/>
              </a:spcBef>
              <a:spcAft>
                <a:spcPts val="0"/>
              </a:spcAft>
              <a:buClr>
                <a:schemeClr val="dk1"/>
              </a:buClr>
              <a:buSzPts val="1000"/>
              <a:buFont typeface="Instrument Sans"/>
              <a:buChar char="○"/>
              <a:defRPr sz="1000"/>
            </a:lvl5pPr>
            <a:lvl6pPr indent="-292100" lvl="5" marL="2743200">
              <a:lnSpc>
                <a:spcPct val="115000"/>
              </a:lnSpc>
              <a:spcBef>
                <a:spcPts val="800"/>
              </a:spcBef>
              <a:spcAft>
                <a:spcPts val="0"/>
              </a:spcAft>
              <a:buClr>
                <a:schemeClr val="dk1"/>
              </a:buClr>
              <a:buSzPts val="1000"/>
              <a:buFont typeface="Instrument Sans"/>
              <a:buChar char="■"/>
              <a:defRPr sz="1000"/>
            </a:lvl6pPr>
            <a:lvl7pPr indent="-292100" lvl="6" marL="3200400">
              <a:lnSpc>
                <a:spcPct val="115000"/>
              </a:lnSpc>
              <a:spcBef>
                <a:spcPts val="800"/>
              </a:spcBef>
              <a:spcAft>
                <a:spcPts val="0"/>
              </a:spcAft>
              <a:buClr>
                <a:schemeClr val="dk1"/>
              </a:buClr>
              <a:buSzPts val="1000"/>
              <a:buFont typeface="Instrument Sans"/>
              <a:buChar char="●"/>
              <a:defRPr sz="1000"/>
            </a:lvl7pPr>
            <a:lvl8pPr indent="-292100" lvl="7" marL="3657600">
              <a:lnSpc>
                <a:spcPct val="115000"/>
              </a:lnSpc>
              <a:spcBef>
                <a:spcPts val="800"/>
              </a:spcBef>
              <a:spcAft>
                <a:spcPts val="0"/>
              </a:spcAft>
              <a:buClr>
                <a:schemeClr val="dk1"/>
              </a:buClr>
              <a:buSzPts val="1000"/>
              <a:buFont typeface="Instrument Sans"/>
              <a:buChar char="○"/>
              <a:defRPr sz="1000"/>
            </a:lvl8pPr>
            <a:lvl9pPr indent="-292100" lvl="8" marL="4114800">
              <a:lnSpc>
                <a:spcPct val="115000"/>
              </a:lnSpc>
              <a:spcBef>
                <a:spcPts val="800"/>
              </a:spcBef>
              <a:spcAft>
                <a:spcPts val="800"/>
              </a:spcAft>
              <a:buClr>
                <a:schemeClr val="dk1"/>
              </a:buClr>
              <a:buSzPts val="1000"/>
              <a:buFont typeface="Instrument Sans"/>
              <a:buChar char="■"/>
              <a:defRPr sz="1000"/>
            </a:lvl9pPr>
          </a:lstStyle>
          <a:p/>
        </p:txBody>
      </p:sp>
      <p:sp>
        <p:nvSpPr>
          <p:cNvPr id="63" name="Google Shape;63;p6"/>
          <p:cNvSpPr txBox="1"/>
          <p:nvPr>
            <p:ph idx="15" type="subTitle"/>
          </p:nvPr>
        </p:nvSpPr>
        <p:spPr>
          <a:xfrm>
            <a:off x="2062075" y="3122200"/>
            <a:ext cx="2301000" cy="184800"/>
          </a:xfrm>
          <a:prstGeom prst="rect">
            <a:avLst/>
          </a:prstGeom>
        </p:spPr>
        <p:txBody>
          <a:bodyPr anchorCtr="0" anchor="t" bIns="0" lIns="0" spcFirstLastPara="1" rIns="0" wrap="square" tIns="0">
            <a:noAutofit/>
          </a:bodyPr>
          <a:lstStyle>
            <a:lvl1pPr lvl="0" algn="l">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1pPr>
            <a:lvl2pPr lvl="1" algn="l">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2pPr>
            <a:lvl3pPr lvl="2" algn="l">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3pPr>
            <a:lvl4pPr lvl="3" algn="l">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4pPr>
            <a:lvl5pPr lvl="4" algn="l">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5pPr>
            <a:lvl6pPr lvl="5" algn="l">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6pPr>
            <a:lvl7pPr lvl="6" algn="l">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7pPr>
            <a:lvl8pPr lvl="7" algn="l">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8pPr>
            <a:lvl9pPr lvl="8" algn="l">
              <a:spcBef>
                <a:spcPts val="0"/>
              </a:spcBef>
              <a:spcAft>
                <a:spcPts val="0"/>
              </a:spcAft>
              <a:buNone/>
              <a:defRPr sz="1200">
                <a:solidFill>
                  <a:schemeClr val="accent1"/>
                </a:solidFill>
                <a:latin typeface="Instrument Sans Medium"/>
                <a:ea typeface="Instrument Sans Medium"/>
                <a:cs typeface="Instrument Sans Medium"/>
                <a:sym typeface="Instrument Sans Medium"/>
              </a:defRPr>
            </a:lvl9pPr>
          </a:lstStyle>
          <a:p/>
        </p:txBody>
      </p:sp>
      <p:sp>
        <p:nvSpPr>
          <p:cNvPr id="64" name="Google Shape;64;p6"/>
          <p:cNvSpPr txBox="1"/>
          <p:nvPr>
            <p:ph idx="16" type="body"/>
          </p:nvPr>
        </p:nvSpPr>
        <p:spPr>
          <a:xfrm>
            <a:off x="2065375" y="3639200"/>
            <a:ext cx="2301000" cy="8412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dk1"/>
              </a:buClr>
              <a:buSzPts val="1000"/>
              <a:buFont typeface="Instrument Sans"/>
              <a:buChar char="●"/>
              <a:defRPr sz="1000"/>
            </a:lvl1pPr>
            <a:lvl2pPr indent="-292100" lvl="1" marL="914400">
              <a:lnSpc>
                <a:spcPct val="115000"/>
              </a:lnSpc>
              <a:spcBef>
                <a:spcPts val="800"/>
              </a:spcBef>
              <a:spcAft>
                <a:spcPts val="0"/>
              </a:spcAft>
              <a:buClr>
                <a:schemeClr val="dk1"/>
              </a:buClr>
              <a:buSzPts val="1000"/>
              <a:buFont typeface="Instrument Sans"/>
              <a:buChar char="○"/>
              <a:defRPr sz="1000"/>
            </a:lvl2pPr>
            <a:lvl3pPr indent="-292100" lvl="2" marL="1371600">
              <a:lnSpc>
                <a:spcPct val="115000"/>
              </a:lnSpc>
              <a:spcBef>
                <a:spcPts val="800"/>
              </a:spcBef>
              <a:spcAft>
                <a:spcPts val="0"/>
              </a:spcAft>
              <a:buClr>
                <a:schemeClr val="dk1"/>
              </a:buClr>
              <a:buSzPts val="1000"/>
              <a:buFont typeface="Instrument Sans"/>
              <a:buChar char="■"/>
              <a:defRPr sz="1000"/>
            </a:lvl3pPr>
            <a:lvl4pPr indent="-292100" lvl="3" marL="1828800">
              <a:lnSpc>
                <a:spcPct val="115000"/>
              </a:lnSpc>
              <a:spcBef>
                <a:spcPts val="800"/>
              </a:spcBef>
              <a:spcAft>
                <a:spcPts val="0"/>
              </a:spcAft>
              <a:buClr>
                <a:schemeClr val="dk1"/>
              </a:buClr>
              <a:buSzPts val="1000"/>
              <a:buFont typeface="Instrument Sans"/>
              <a:buChar char="●"/>
              <a:defRPr sz="1000"/>
            </a:lvl4pPr>
            <a:lvl5pPr indent="-292100" lvl="4" marL="2286000">
              <a:lnSpc>
                <a:spcPct val="115000"/>
              </a:lnSpc>
              <a:spcBef>
                <a:spcPts val="800"/>
              </a:spcBef>
              <a:spcAft>
                <a:spcPts val="0"/>
              </a:spcAft>
              <a:buClr>
                <a:schemeClr val="dk1"/>
              </a:buClr>
              <a:buSzPts val="1000"/>
              <a:buFont typeface="Instrument Sans"/>
              <a:buChar char="○"/>
              <a:defRPr sz="1000"/>
            </a:lvl5pPr>
            <a:lvl6pPr indent="-292100" lvl="5" marL="2743200">
              <a:lnSpc>
                <a:spcPct val="115000"/>
              </a:lnSpc>
              <a:spcBef>
                <a:spcPts val="800"/>
              </a:spcBef>
              <a:spcAft>
                <a:spcPts val="0"/>
              </a:spcAft>
              <a:buClr>
                <a:schemeClr val="dk1"/>
              </a:buClr>
              <a:buSzPts val="1000"/>
              <a:buFont typeface="Instrument Sans"/>
              <a:buChar char="■"/>
              <a:defRPr sz="1000"/>
            </a:lvl6pPr>
            <a:lvl7pPr indent="-292100" lvl="6" marL="3200400">
              <a:lnSpc>
                <a:spcPct val="115000"/>
              </a:lnSpc>
              <a:spcBef>
                <a:spcPts val="800"/>
              </a:spcBef>
              <a:spcAft>
                <a:spcPts val="0"/>
              </a:spcAft>
              <a:buClr>
                <a:schemeClr val="dk1"/>
              </a:buClr>
              <a:buSzPts val="1000"/>
              <a:buFont typeface="Instrument Sans"/>
              <a:buChar char="●"/>
              <a:defRPr sz="1000"/>
            </a:lvl7pPr>
            <a:lvl8pPr indent="-292100" lvl="7" marL="3657600">
              <a:lnSpc>
                <a:spcPct val="115000"/>
              </a:lnSpc>
              <a:spcBef>
                <a:spcPts val="800"/>
              </a:spcBef>
              <a:spcAft>
                <a:spcPts val="0"/>
              </a:spcAft>
              <a:buClr>
                <a:schemeClr val="dk1"/>
              </a:buClr>
              <a:buSzPts val="1000"/>
              <a:buFont typeface="Instrument Sans"/>
              <a:buChar char="○"/>
              <a:defRPr sz="1000"/>
            </a:lvl8pPr>
            <a:lvl9pPr indent="-292100" lvl="8" marL="4114800">
              <a:lnSpc>
                <a:spcPct val="115000"/>
              </a:lnSpc>
              <a:spcBef>
                <a:spcPts val="800"/>
              </a:spcBef>
              <a:spcAft>
                <a:spcPts val="800"/>
              </a:spcAft>
              <a:buClr>
                <a:schemeClr val="dk1"/>
              </a:buClr>
              <a:buSzPts val="1000"/>
              <a:buFont typeface="Instrument Sans"/>
              <a:buChar char="■"/>
              <a:defRPr sz="1000"/>
            </a:lvl9pPr>
          </a:lstStyle>
          <a:p/>
        </p:txBody>
      </p:sp>
      <p:sp>
        <p:nvSpPr>
          <p:cNvPr id="65" name="Google Shape;65;p6"/>
          <p:cNvSpPr txBox="1"/>
          <p:nvPr>
            <p:ph idx="17"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66" name="Google Shape;66;p6"/>
          <p:cNvSpPr txBox="1"/>
          <p:nvPr>
            <p:ph idx="18"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67" name="Google Shape;67;p6"/>
          <p:cNvSpPr txBox="1"/>
          <p:nvPr>
            <p:ph idx="19"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oup activity">
  <p:cSld name="BLANK_1_1_1_1_1_2_1_2">
    <p:bg>
      <p:bgPr>
        <a:solidFill>
          <a:schemeClr val="dk2"/>
        </a:solidFill>
      </p:bgPr>
    </p:bg>
    <p:spTree>
      <p:nvGrpSpPr>
        <p:cNvPr id="68" name="Shape 68"/>
        <p:cNvGrpSpPr/>
        <p:nvPr/>
      </p:nvGrpSpPr>
      <p:grpSpPr>
        <a:xfrm>
          <a:off x="0" y="0"/>
          <a:ext cx="0" cy="0"/>
          <a:chOff x="0" y="0"/>
          <a:chExt cx="0" cy="0"/>
        </a:xfrm>
      </p:grpSpPr>
      <p:sp>
        <p:nvSpPr>
          <p:cNvPr id="69" name="Google Shape;69;p7"/>
          <p:cNvSpPr txBox="1"/>
          <p:nvPr>
            <p:ph type="title"/>
          </p:nvPr>
        </p:nvSpPr>
        <p:spPr>
          <a:xfrm>
            <a:off x="459900" y="423850"/>
            <a:ext cx="4484400" cy="273000"/>
          </a:xfrm>
          <a:prstGeom prst="rect">
            <a:avLst/>
          </a:prstGeom>
        </p:spPr>
        <p:txBody>
          <a:bodyPr anchorCtr="0" anchor="t" bIns="0" lIns="0" spcFirstLastPara="1" rIns="0" wrap="square" tIns="0">
            <a:noAutofit/>
          </a:bodyPr>
          <a:lstStyle>
            <a:lvl1pPr lvl="0">
              <a:spcBef>
                <a:spcPts val="0"/>
              </a:spcBef>
              <a:spcAft>
                <a:spcPts val="0"/>
              </a:spcAft>
              <a:buNone/>
              <a:defRPr sz="1800"/>
            </a:lvl1pPr>
            <a:lvl2pPr lvl="1">
              <a:spcBef>
                <a:spcPts val="0"/>
              </a:spcBef>
              <a:spcAft>
                <a:spcPts val="0"/>
              </a:spcAft>
              <a:buNone/>
              <a:defRPr sz="1800"/>
            </a:lvl2pPr>
            <a:lvl3pPr lvl="2">
              <a:spcBef>
                <a:spcPts val="0"/>
              </a:spcBef>
              <a:spcAft>
                <a:spcPts val="0"/>
              </a:spcAft>
              <a:buNone/>
              <a:defRPr sz="1800"/>
            </a:lvl3pPr>
            <a:lvl4pPr lvl="3">
              <a:spcBef>
                <a:spcPts val="0"/>
              </a:spcBef>
              <a:spcAft>
                <a:spcPts val="0"/>
              </a:spcAft>
              <a:buNone/>
              <a:defRPr sz="1800"/>
            </a:lvl4pPr>
            <a:lvl5pPr lvl="4">
              <a:spcBef>
                <a:spcPts val="0"/>
              </a:spcBef>
              <a:spcAft>
                <a:spcPts val="0"/>
              </a:spcAft>
              <a:buNone/>
              <a:defRPr sz="1800"/>
            </a:lvl5pPr>
            <a:lvl6pPr lvl="5">
              <a:spcBef>
                <a:spcPts val="0"/>
              </a:spcBef>
              <a:spcAft>
                <a:spcPts val="0"/>
              </a:spcAft>
              <a:buNone/>
              <a:defRPr sz="1800"/>
            </a:lvl6pPr>
            <a:lvl7pPr lvl="6">
              <a:spcBef>
                <a:spcPts val="0"/>
              </a:spcBef>
              <a:spcAft>
                <a:spcPts val="0"/>
              </a:spcAft>
              <a:buNone/>
              <a:defRPr sz="1800"/>
            </a:lvl7pPr>
            <a:lvl8pPr lvl="7">
              <a:spcBef>
                <a:spcPts val="0"/>
              </a:spcBef>
              <a:spcAft>
                <a:spcPts val="0"/>
              </a:spcAft>
              <a:buNone/>
              <a:defRPr sz="1800"/>
            </a:lvl8pPr>
            <a:lvl9pPr lvl="8">
              <a:spcBef>
                <a:spcPts val="0"/>
              </a:spcBef>
              <a:spcAft>
                <a:spcPts val="0"/>
              </a:spcAft>
              <a:buNone/>
              <a:defRPr sz="1800"/>
            </a:lvl9pPr>
          </a:lstStyle>
          <a:p/>
        </p:txBody>
      </p:sp>
      <p:sp>
        <p:nvSpPr>
          <p:cNvPr id="70" name="Google Shape;70;p7"/>
          <p:cNvSpPr txBox="1"/>
          <p:nvPr>
            <p:ph idx="1" type="subTitle"/>
          </p:nvPr>
        </p:nvSpPr>
        <p:spPr>
          <a:xfrm>
            <a:off x="228600" y="220050"/>
            <a:ext cx="2427000" cy="153900"/>
          </a:xfrm>
          <a:prstGeom prst="rect">
            <a:avLst/>
          </a:prstGeom>
        </p:spPr>
        <p:txBody>
          <a:bodyPr anchorCtr="0" anchor="t" bIns="0" lIns="0" spcFirstLastPara="1" rIns="0" wrap="square" tIns="0">
            <a:spAutoFit/>
          </a:bodyPr>
          <a:lstStyle>
            <a:lvl1pPr lvl="0">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2pPr>
            <a:lvl3pPr lvl="2">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3pPr>
            <a:lvl4pPr lvl="3">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4pPr>
            <a:lvl5pPr lvl="4">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5pPr>
            <a:lvl6pPr lvl="5">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6pPr>
            <a:lvl7pPr lvl="6">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7pPr>
            <a:lvl8pPr lvl="7">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8pPr>
            <a:lvl9pPr lvl="8">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9pPr>
          </a:lstStyle>
          <a:p/>
        </p:txBody>
      </p:sp>
      <p:sp>
        <p:nvSpPr>
          <p:cNvPr id="71" name="Google Shape;71;p7"/>
          <p:cNvSpPr/>
          <p:nvPr/>
        </p:nvSpPr>
        <p:spPr>
          <a:xfrm rot="5400000">
            <a:off x="216900" y="486850"/>
            <a:ext cx="170400" cy="147000"/>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72" name="Google Shape;72;p7"/>
          <p:cNvSpPr txBox="1"/>
          <p:nvPr>
            <p:ph idx="2"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73" name="Google Shape;73;p7"/>
          <p:cNvSpPr txBox="1"/>
          <p:nvPr>
            <p:ph idx="3"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74" name="Google Shape;74;p7"/>
          <p:cNvSpPr txBox="1"/>
          <p:nvPr>
            <p:ph idx="4"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quote">
  <p:cSld name="BLANK_1_1_1_1_1_2_1_1">
    <p:spTree>
      <p:nvGrpSpPr>
        <p:cNvPr id="75" name="Shape 75"/>
        <p:cNvGrpSpPr/>
        <p:nvPr/>
      </p:nvGrpSpPr>
      <p:grpSpPr>
        <a:xfrm>
          <a:off x="0" y="0"/>
          <a:ext cx="0" cy="0"/>
          <a:chOff x="0" y="0"/>
          <a:chExt cx="0" cy="0"/>
        </a:xfrm>
      </p:grpSpPr>
      <p:sp>
        <p:nvSpPr>
          <p:cNvPr id="76" name="Google Shape;76;p8"/>
          <p:cNvSpPr/>
          <p:nvPr>
            <p:ph idx="2" type="pic"/>
          </p:nvPr>
        </p:nvSpPr>
        <p:spPr>
          <a:xfrm>
            <a:off x="228600" y="220050"/>
            <a:ext cx="4333500" cy="4483200"/>
          </a:xfrm>
          <a:prstGeom prst="rect">
            <a:avLst/>
          </a:prstGeom>
          <a:noFill/>
          <a:ln>
            <a:noFill/>
          </a:ln>
        </p:spPr>
      </p:sp>
      <p:sp>
        <p:nvSpPr>
          <p:cNvPr id="77" name="Google Shape;77;p8"/>
          <p:cNvSpPr/>
          <p:nvPr/>
        </p:nvSpPr>
        <p:spPr>
          <a:xfrm>
            <a:off x="4561975" y="682350"/>
            <a:ext cx="4353300" cy="4020900"/>
          </a:xfrm>
          <a:prstGeom prst="snip2DiagRect">
            <a:avLst>
              <a:gd fmla="val 0" name="adj1"/>
              <a:gd fmla="val 12191" name="adj2"/>
            </a:avLst>
          </a:prstGeom>
          <a:noFill/>
          <a:ln cap="flat" cmpd="sng" w="9525">
            <a:solidFill>
              <a:schemeClr val="accent3"/>
            </a:solidFill>
            <a:prstDash val="solid"/>
            <a:round/>
            <a:headEnd len="sm" w="sm" type="none"/>
            <a:tailEnd len="sm" w="sm" type="none"/>
          </a:ln>
        </p:spPr>
        <p:txBody>
          <a:bodyPr anchorCtr="0" anchor="ctr" bIns="91425" lIns="182875" spcFirstLastPara="1" rIns="18287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78" name="Google Shape;78;p8"/>
          <p:cNvSpPr txBox="1"/>
          <p:nvPr>
            <p:ph type="title"/>
          </p:nvPr>
        </p:nvSpPr>
        <p:spPr>
          <a:xfrm>
            <a:off x="4971925" y="2480100"/>
            <a:ext cx="3533400" cy="273000"/>
          </a:xfrm>
          <a:prstGeom prst="rect">
            <a:avLst/>
          </a:prstGeom>
        </p:spPr>
        <p:txBody>
          <a:bodyPr anchorCtr="0" anchor="t" bIns="0" lIns="0" spcFirstLastPara="1" rIns="0" wrap="square" tIns="0">
            <a:noAutofit/>
          </a:bodyPr>
          <a:lstStyle>
            <a:lvl1pPr lvl="0" algn="ctr">
              <a:spcBef>
                <a:spcPts val="0"/>
              </a:spcBef>
              <a:spcAft>
                <a:spcPts val="0"/>
              </a:spcAft>
              <a:buNone/>
              <a:defRPr sz="1800">
                <a:latin typeface="Instrument Sans"/>
                <a:ea typeface="Instrument Sans"/>
                <a:cs typeface="Instrument Sans"/>
                <a:sym typeface="Instrument Sans"/>
              </a:defRPr>
            </a:lvl1pPr>
            <a:lvl2pPr lvl="1" algn="ctr">
              <a:spcBef>
                <a:spcPts val="0"/>
              </a:spcBef>
              <a:spcAft>
                <a:spcPts val="0"/>
              </a:spcAft>
              <a:buNone/>
              <a:defRPr sz="1800">
                <a:latin typeface="Instrument Sans"/>
                <a:ea typeface="Instrument Sans"/>
                <a:cs typeface="Instrument Sans"/>
                <a:sym typeface="Instrument Sans"/>
              </a:defRPr>
            </a:lvl2pPr>
            <a:lvl3pPr lvl="2" algn="ctr">
              <a:spcBef>
                <a:spcPts val="0"/>
              </a:spcBef>
              <a:spcAft>
                <a:spcPts val="0"/>
              </a:spcAft>
              <a:buNone/>
              <a:defRPr sz="1800">
                <a:latin typeface="Instrument Sans"/>
                <a:ea typeface="Instrument Sans"/>
                <a:cs typeface="Instrument Sans"/>
                <a:sym typeface="Instrument Sans"/>
              </a:defRPr>
            </a:lvl3pPr>
            <a:lvl4pPr lvl="3" algn="ctr">
              <a:spcBef>
                <a:spcPts val="0"/>
              </a:spcBef>
              <a:spcAft>
                <a:spcPts val="0"/>
              </a:spcAft>
              <a:buNone/>
              <a:defRPr sz="1800">
                <a:latin typeface="Instrument Sans"/>
                <a:ea typeface="Instrument Sans"/>
                <a:cs typeface="Instrument Sans"/>
                <a:sym typeface="Instrument Sans"/>
              </a:defRPr>
            </a:lvl4pPr>
            <a:lvl5pPr lvl="4" algn="ctr">
              <a:spcBef>
                <a:spcPts val="0"/>
              </a:spcBef>
              <a:spcAft>
                <a:spcPts val="0"/>
              </a:spcAft>
              <a:buNone/>
              <a:defRPr sz="1800">
                <a:latin typeface="Instrument Sans"/>
                <a:ea typeface="Instrument Sans"/>
                <a:cs typeface="Instrument Sans"/>
                <a:sym typeface="Instrument Sans"/>
              </a:defRPr>
            </a:lvl5pPr>
            <a:lvl6pPr lvl="5" algn="ctr">
              <a:spcBef>
                <a:spcPts val="0"/>
              </a:spcBef>
              <a:spcAft>
                <a:spcPts val="0"/>
              </a:spcAft>
              <a:buNone/>
              <a:defRPr sz="1800">
                <a:latin typeface="Instrument Sans"/>
                <a:ea typeface="Instrument Sans"/>
                <a:cs typeface="Instrument Sans"/>
                <a:sym typeface="Instrument Sans"/>
              </a:defRPr>
            </a:lvl6pPr>
            <a:lvl7pPr lvl="6" algn="ctr">
              <a:spcBef>
                <a:spcPts val="0"/>
              </a:spcBef>
              <a:spcAft>
                <a:spcPts val="0"/>
              </a:spcAft>
              <a:buNone/>
              <a:defRPr sz="1800">
                <a:latin typeface="Instrument Sans"/>
                <a:ea typeface="Instrument Sans"/>
                <a:cs typeface="Instrument Sans"/>
                <a:sym typeface="Instrument Sans"/>
              </a:defRPr>
            </a:lvl7pPr>
            <a:lvl8pPr lvl="7" algn="ctr">
              <a:spcBef>
                <a:spcPts val="0"/>
              </a:spcBef>
              <a:spcAft>
                <a:spcPts val="0"/>
              </a:spcAft>
              <a:buNone/>
              <a:defRPr sz="1800">
                <a:latin typeface="Instrument Sans"/>
                <a:ea typeface="Instrument Sans"/>
                <a:cs typeface="Instrument Sans"/>
                <a:sym typeface="Instrument Sans"/>
              </a:defRPr>
            </a:lvl8pPr>
            <a:lvl9pPr lvl="8" algn="ctr">
              <a:spcBef>
                <a:spcPts val="0"/>
              </a:spcBef>
              <a:spcAft>
                <a:spcPts val="0"/>
              </a:spcAft>
              <a:buNone/>
              <a:defRPr sz="1800">
                <a:latin typeface="Instrument Sans"/>
                <a:ea typeface="Instrument Sans"/>
                <a:cs typeface="Instrument Sans"/>
                <a:sym typeface="Instrument Sans"/>
              </a:defRPr>
            </a:lvl9pPr>
          </a:lstStyle>
          <a:p/>
        </p:txBody>
      </p:sp>
      <p:sp>
        <p:nvSpPr>
          <p:cNvPr id="79" name="Google Shape;79;p8"/>
          <p:cNvSpPr txBox="1"/>
          <p:nvPr>
            <p:ph idx="1" type="subTitle"/>
          </p:nvPr>
        </p:nvSpPr>
        <p:spPr>
          <a:xfrm>
            <a:off x="4971925" y="358800"/>
            <a:ext cx="1860300" cy="184800"/>
          </a:xfrm>
          <a:prstGeom prst="rect">
            <a:avLst/>
          </a:prstGeom>
        </p:spPr>
        <p:txBody>
          <a:bodyPr anchorCtr="0" anchor="ctr" bIns="0" lIns="0" spcFirstLastPara="1" rIns="0" wrap="square" tIns="0">
            <a:noAutofit/>
          </a:bodyPr>
          <a:lstStyle>
            <a:lvl1pPr lvl="0">
              <a:spcBef>
                <a:spcPts val="0"/>
              </a:spcBef>
              <a:spcAft>
                <a:spcPts val="0"/>
              </a:spcAft>
              <a:buNone/>
              <a:defRPr sz="1600">
                <a:latin typeface="Tomorrow"/>
                <a:ea typeface="Tomorrow"/>
                <a:cs typeface="Tomorrow"/>
                <a:sym typeface="Tomorrow"/>
              </a:defRPr>
            </a:lvl1pPr>
            <a:lvl2pPr lvl="1">
              <a:spcBef>
                <a:spcPts val="0"/>
              </a:spcBef>
              <a:spcAft>
                <a:spcPts val="0"/>
              </a:spcAft>
              <a:buNone/>
              <a:defRPr sz="1600">
                <a:latin typeface="Tomorrow"/>
                <a:ea typeface="Tomorrow"/>
                <a:cs typeface="Tomorrow"/>
                <a:sym typeface="Tomorrow"/>
              </a:defRPr>
            </a:lvl2pPr>
            <a:lvl3pPr lvl="2">
              <a:spcBef>
                <a:spcPts val="0"/>
              </a:spcBef>
              <a:spcAft>
                <a:spcPts val="0"/>
              </a:spcAft>
              <a:buNone/>
              <a:defRPr sz="1600">
                <a:latin typeface="Tomorrow"/>
                <a:ea typeface="Tomorrow"/>
                <a:cs typeface="Tomorrow"/>
                <a:sym typeface="Tomorrow"/>
              </a:defRPr>
            </a:lvl3pPr>
            <a:lvl4pPr lvl="3">
              <a:spcBef>
                <a:spcPts val="0"/>
              </a:spcBef>
              <a:spcAft>
                <a:spcPts val="0"/>
              </a:spcAft>
              <a:buNone/>
              <a:defRPr sz="1600">
                <a:latin typeface="Tomorrow"/>
                <a:ea typeface="Tomorrow"/>
                <a:cs typeface="Tomorrow"/>
                <a:sym typeface="Tomorrow"/>
              </a:defRPr>
            </a:lvl4pPr>
            <a:lvl5pPr lvl="4">
              <a:spcBef>
                <a:spcPts val="0"/>
              </a:spcBef>
              <a:spcAft>
                <a:spcPts val="0"/>
              </a:spcAft>
              <a:buNone/>
              <a:defRPr sz="1600">
                <a:latin typeface="Tomorrow"/>
                <a:ea typeface="Tomorrow"/>
                <a:cs typeface="Tomorrow"/>
                <a:sym typeface="Tomorrow"/>
              </a:defRPr>
            </a:lvl5pPr>
            <a:lvl6pPr lvl="5">
              <a:spcBef>
                <a:spcPts val="0"/>
              </a:spcBef>
              <a:spcAft>
                <a:spcPts val="0"/>
              </a:spcAft>
              <a:buNone/>
              <a:defRPr sz="1600">
                <a:latin typeface="Tomorrow"/>
                <a:ea typeface="Tomorrow"/>
                <a:cs typeface="Tomorrow"/>
                <a:sym typeface="Tomorrow"/>
              </a:defRPr>
            </a:lvl6pPr>
            <a:lvl7pPr lvl="6">
              <a:spcBef>
                <a:spcPts val="0"/>
              </a:spcBef>
              <a:spcAft>
                <a:spcPts val="0"/>
              </a:spcAft>
              <a:buNone/>
              <a:defRPr sz="1600">
                <a:latin typeface="Tomorrow"/>
                <a:ea typeface="Tomorrow"/>
                <a:cs typeface="Tomorrow"/>
                <a:sym typeface="Tomorrow"/>
              </a:defRPr>
            </a:lvl7pPr>
            <a:lvl8pPr lvl="7">
              <a:spcBef>
                <a:spcPts val="0"/>
              </a:spcBef>
              <a:spcAft>
                <a:spcPts val="0"/>
              </a:spcAft>
              <a:buNone/>
              <a:defRPr sz="1600">
                <a:latin typeface="Tomorrow"/>
                <a:ea typeface="Tomorrow"/>
                <a:cs typeface="Tomorrow"/>
                <a:sym typeface="Tomorrow"/>
              </a:defRPr>
            </a:lvl8pPr>
            <a:lvl9pPr lvl="8">
              <a:spcBef>
                <a:spcPts val="0"/>
              </a:spcBef>
              <a:spcAft>
                <a:spcPts val="0"/>
              </a:spcAft>
              <a:buNone/>
              <a:defRPr sz="1600">
                <a:latin typeface="Tomorrow"/>
                <a:ea typeface="Tomorrow"/>
                <a:cs typeface="Tomorrow"/>
                <a:sym typeface="Tomorrow"/>
              </a:defRPr>
            </a:lvl9pPr>
          </a:lstStyle>
          <a:p/>
        </p:txBody>
      </p:sp>
      <p:sp>
        <p:nvSpPr>
          <p:cNvPr id="80" name="Google Shape;80;p8"/>
          <p:cNvSpPr txBox="1"/>
          <p:nvPr>
            <p:ph idx="3"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81" name="Google Shape;81;p8"/>
          <p:cNvSpPr txBox="1"/>
          <p:nvPr>
            <p:ph idx="4"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82" name="Google Shape;82;p8"/>
          <p:cNvSpPr txBox="1"/>
          <p:nvPr>
            <p:ph idx="5"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_1">
    <p:bg>
      <p:bgPr>
        <a:solidFill>
          <a:schemeClr val="dk2"/>
        </a:solidFill>
      </p:bgPr>
    </p:bg>
    <p:spTree>
      <p:nvGrpSpPr>
        <p:cNvPr id="83" name="Shape 83"/>
        <p:cNvGrpSpPr/>
        <p:nvPr/>
      </p:nvGrpSpPr>
      <p:grpSpPr>
        <a:xfrm>
          <a:off x="0" y="0"/>
          <a:ext cx="0" cy="0"/>
          <a:chOff x="0" y="0"/>
          <a:chExt cx="0" cy="0"/>
        </a:xfrm>
      </p:grpSpPr>
      <p:sp>
        <p:nvSpPr>
          <p:cNvPr id="84" name="Google Shape;84;p9"/>
          <p:cNvSpPr txBox="1"/>
          <p:nvPr>
            <p:ph type="title"/>
          </p:nvPr>
        </p:nvSpPr>
        <p:spPr>
          <a:xfrm>
            <a:off x="228600" y="354100"/>
            <a:ext cx="8574600" cy="13137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sz="10800"/>
            </a:lvl1pPr>
            <a:lvl2pPr lvl="1">
              <a:lnSpc>
                <a:spcPct val="80000"/>
              </a:lnSpc>
              <a:spcBef>
                <a:spcPts val="0"/>
              </a:spcBef>
              <a:spcAft>
                <a:spcPts val="0"/>
              </a:spcAft>
              <a:buNone/>
              <a:defRPr sz="10800"/>
            </a:lvl2pPr>
            <a:lvl3pPr lvl="2">
              <a:lnSpc>
                <a:spcPct val="80000"/>
              </a:lnSpc>
              <a:spcBef>
                <a:spcPts val="0"/>
              </a:spcBef>
              <a:spcAft>
                <a:spcPts val="0"/>
              </a:spcAft>
              <a:buNone/>
              <a:defRPr sz="10800"/>
            </a:lvl3pPr>
            <a:lvl4pPr lvl="3">
              <a:lnSpc>
                <a:spcPct val="80000"/>
              </a:lnSpc>
              <a:spcBef>
                <a:spcPts val="0"/>
              </a:spcBef>
              <a:spcAft>
                <a:spcPts val="0"/>
              </a:spcAft>
              <a:buNone/>
              <a:defRPr sz="10800"/>
            </a:lvl4pPr>
            <a:lvl5pPr lvl="4">
              <a:lnSpc>
                <a:spcPct val="80000"/>
              </a:lnSpc>
              <a:spcBef>
                <a:spcPts val="0"/>
              </a:spcBef>
              <a:spcAft>
                <a:spcPts val="0"/>
              </a:spcAft>
              <a:buNone/>
              <a:defRPr sz="10800"/>
            </a:lvl5pPr>
            <a:lvl6pPr lvl="5">
              <a:lnSpc>
                <a:spcPct val="80000"/>
              </a:lnSpc>
              <a:spcBef>
                <a:spcPts val="0"/>
              </a:spcBef>
              <a:spcAft>
                <a:spcPts val="0"/>
              </a:spcAft>
              <a:buNone/>
              <a:defRPr sz="10800"/>
            </a:lvl6pPr>
            <a:lvl7pPr lvl="6">
              <a:lnSpc>
                <a:spcPct val="80000"/>
              </a:lnSpc>
              <a:spcBef>
                <a:spcPts val="0"/>
              </a:spcBef>
              <a:spcAft>
                <a:spcPts val="0"/>
              </a:spcAft>
              <a:buNone/>
              <a:defRPr sz="10800"/>
            </a:lvl7pPr>
            <a:lvl8pPr lvl="7">
              <a:lnSpc>
                <a:spcPct val="80000"/>
              </a:lnSpc>
              <a:spcBef>
                <a:spcPts val="0"/>
              </a:spcBef>
              <a:spcAft>
                <a:spcPts val="0"/>
              </a:spcAft>
              <a:buNone/>
              <a:defRPr sz="10800"/>
            </a:lvl8pPr>
            <a:lvl9pPr lvl="8">
              <a:lnSpc>
                <a:spcPct val="80000"/>
              </a:lnSpc>
              <a:spcBef>
                <a:spcPts val="0"/>
              </a:spcBef>
              <a:spcAft>
                <a:spcPts val="0"/>
              </a:spcAft>
              <a:buNone/>
              <a:defRPr sz="10800"/>
            </a:lvl9pPr>
          </a:lstStyle>
          <a:p/>
        </p:txBody>
      </p:sp>
      <p:sp>
        <p:nvSpPr>
          <p:cNvPr id="85" name="Google Shape;85;p9"/>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86" name="Google Shape;86;p9"/>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87" name="Google Shape;87;p9"/>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p:cSld name="BLANK_1_1_1_1_1_1_1_1">
    <p:spTree>
      <p:nvGrpSpPr>
        <p:cNvPr id="88" name="Shape 88"/>
        <p:cNvGrpSpPr/>
        <p:nvPr/>
      </p:nvGrpSpPr>
      <p:grpSpPr>
        <a:xfrm>
          <a:off x="0" y="0"/>
          <a:ext cx="0" cy="0"/>
          <a:chOff x="0" y="0"/>
          <a:chExt cx="0" cy="0"/>
        </a:xfrm>
      </p:grpSpPr>
      <p:sp>
        <p:nvSpPr>
          <p:cNvPr id="89" name="Google Shape;89;p10"/>
          <p:cNvSpPr/>
          <p:nvPr>
            <p:ph idx="2" type="pic"/>
          </p:nvPr>
        </p:nvSpPr>
        <p:spPr>
          <a:xfrm>
            <a:off x="228600" y="220050"/>
            <a:ext cx="8686800" cy="4466400"/>
          </a:xfrm>
          <a:prstGeom prst="rect">
            <a:avLst/>
          </a:prstGeom>
          <a:noFill/>
          <a:ln>
            <a:noFill/>
          </a:ln>
        </p:spPr>
      </p:sp>
      <p:sp>
        <p:nvSpPr>
          <p:cNvPr id="90" name="Google Shape;90;p10"/>
          <p:cNvSpPr txBox="1"/>
          <p:nvPr>
            <p:ph type="title"/>
          </p:nvPr>
        </p:nvSpPr>
        <p:spPr>
          <a:xfrm>
            <a:off x="1734575" y="975090"/>
            <a:ext cx="5674800" cy="3972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2600"/>
            </a:lvl1pPr>
            <a:lvl2pPr lvl="1" algn="ctr">
              <a:lnSpc>
                <a:spcPct val="90000"/>
              </a:lnSpc>
              <a:spcBef>
                <a:spcPts val="0"/>
              </a:spcBef>
              <a:spcAft>
                <a:spcPts val="0"/>
              </a:spcAft>
              <a:buNone/>
              <a:defRPr sz="2600"/>
            </a:lvl2pPr>
            <a:lvl3pPr lvl="2" algn="ctr">
              <a:lnSpc>
                <a:spcPct val="90000"/>
              </a:lnSpc>
              <a:spcBef>
                <a:spcPts val="0"/>
              </a:spcBef>
              <a:spcAft>
                <a:spcPts val="0"/>
              </a:spcAft>
              <a:buNone/>
              <a:defRPr sz="2600"/>
            </a:lvl3pPr>
            <a:lvl4pPr lvl="3" algn="ctr">
              <a:lnSpc>
                <a:spcPct val="90000"/>
              </a:lnSpc>
              <a:spcBef>
                <a:spcPts val="0"/>
              </a:spcBef>
              <a:spcAft>
                <a:spcPts val="0"/>
              </a:spcAft>
              <a:buNone/>
              <a:defRPr sz="2600"/>
            </a:lvl4pPr>
            <a:lvl5pPr lvl="4" algn="ctr">
              <a:lnSpc>
                <a:spcPct val="90000"/>
              </a:lnSpc>
              <a:spcBef>
                <a:spcPts val="0"/>
              </a:spcBef>
              <a:spcAft>
                <a:spcPts val="0"/>
              </a:spcAft>
              <a:buNone/>
              <a:defRPr sz="2600"/>
            </a:lvl5pPr>
            <a:lvl6pPr lvl="5" algn="ctr">
              <a:lnSpc>
                <a:spcPct val="90000"/>
              </a:lnSpc>
              <a:spcBef>
                <a:spcPts val="0"/>
              </a:spcBef>
              <a:spcAft>
                <a:spcPts val="0"/>
              </a:spcAft>
              <a:buNone/>
              <a:defRPr sz="2600"/>
            </a:lvl6pPr>
            <a:lvl7pPr lvl="6" algn="ctr">
              <a:lnSpc>
                <a:spcPct val="90000"/>
              </a:lnSpc>
              <a:spcBef>
                <a:spcPts val="0"/>
              </a:spcBef>
              <a:spcAft>
                <a:spcPts val="0"/>
              </a:spcAft>
              <a:buNone/>
              <a:defRPr sz="2600"/>
            </a:lvl7pPr>
            <a:lvl8pPr lvl="7" algn="ctr">
              <a:lnSpc>
                <a:spcPct val="90000"/>
              </a:lnSpc>
              <a:spcBef>
                <a:spcPts val="0"/>
              </a:spcBef>
              <a:spcAft>
                <a:spcPts val="0"/>
              </a:spcAft>
              <a:buNone/>
              <a:defRPr sz="2600"/>
            </a:lvl8pPr>
            <a:lvl9pPr lvl="8" algn="ctr">
              <a:lnSpc>
                <a:spcPct val="90000"/>
              </a:lnSpc>
              <a:spcBef>
                <a:spcPts val="0"/>
              </a:spcBef>
              <a:spcAft>
                <a:spcPts val="0"/>
              </a:spcAft>
              <a:buNone/>
              <a:defRPr sz="2600"/>
            </a:lvl9pPr>
          </a:lstStyle>
          <a:p/>
        </p:txBody>
      </p:sp>
      <p:sp>
        <p:nvSpPr>
          <p:cNvPr id="91" name="Google Shape;91;p10"/>
          <p:cNvSpPr txBox="1"/>
          <p:nvPr>
            <p:ph idx="1" type="subTitle"/>
          </p:nvPr>
        </p:nvSpPr>
        <p:spPr>
          <a:xfrm>
            <a:off x="2162400" y="1618675"/>
            <a:ext cx="4819200" cy="279300"/>
          </a:xfrm>
          <a:prstGeom prst="rect">
            <a:avLst/>
          </a:prstGeom>
        </p:spPr>
        <p:txBody>
          <a:bodyPr anchorCtr="0" anchor="t"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92" name="Google Shape;92;p10"/>
          <p:cNvSpPr txBox="1"/>
          <p:nvPr>
            <p:ph idx="3"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93" name="Google Shape;93;p10"/>
          <p:cNvSpPr txBox="1"/>
          <p:nvPr>
            <p:ph idx="4"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94" name="Google Shape;94;p10"/>
          <p:cNvSpPr txBox="1"/>
          <p:nvPr>
            <p:ph idx="5"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BLANK_1_1_1_1_1_1_1_1_2_1">
    <p:bg>
      <p:bgPr>
        <a:solidFill>
          <a:schemeClr val="dk2"/>
        </a:solidFill>
      </p:bgPr>
    </p:bg>
    <p:spTree>
      <p:nvGrpSpPr>
        <p:cNvPr id="95" name="Shape 95"/>
        <p:cNvGrpSpPr/>
        <p:nvPr/>
      </p:nvGrpSpPr>
      <p:grpSpPr>
        <a:xfrm>
          <a:off x="0" y="0"/>
          <a:ext cx="0" cy="0"/>
          <a:chOff x="0" y="0"/>
          <a:chExt cx="0" cy="0"/>
        </a:xfrm>
      </p:grpSpPr>
      <p:sp>
        <p:nvSpPr>
          <p:cNvPr id="96" name="Google Shape;96;p11"/>
          <p:cNvSpPr txBox="1"/>
          <p:nvPr>
            <p:ph type="title"/>
          </p:nvPr>
        </p:nvSpPr>
        <p:spPr>
          <a:xfrm>
            <a:off x="459900" y="423850"/>
            <a:ext cx="4484400" cy="273000"/>
          </a:xfrm>
          <a:prstGeom prst="rect">
            <a:avLst/>
          </a:prstGeom>
        </p:spPr>
        <p:txBody>
          <a:bodyPr anchorCtr="0" anchor="t" bIns="0" lIns="0" spcFirstLastPara="1" rIns="0" wrap="square" tIns="0">
            <a:noAutofit/>
          </a:bodyPr>
          <a:lstStyle>
            <a:lvl1pPr lvl="0">
              <a:spcBef>
                <a:spcPts val="0"/>
              </a:spcBef>
              <a:spcAft>
                <a:spcPts val="0"/>
              </a:spcAft>
              <a:buNone/>
              <a:defRPr sz="1800"/>
            </a:lvl1pPr>
            <a:lvl2pPr lvl="1">
              <a:spcBef>
                <a:spcPts val="0"/>
              </a:spcBef>
              <a:spcAft>
                <a:spcPts val="0"/>
              </a:spcAft>
              <a:buNone/>
              <a:defRPr sz="1800"/>
            </a:lvl2pPr>
            <a:lvl3pPr lvl="2">
              <a:spcBef>
                <a:spcPts val="0"/>
              </a:spcBef>
              <a:spcAft>
                <a:spcPts val="0"/>
              </a:spcAft>
              <a:buNone/>
              <a:defRPr sz="1800"/>
            </a:lvl3pPr>
            <a:lvl4pPr lvl="3">
              <a:spcBef>
                <a:spcPts val="0"/>
              </a:spcBef>
              <a:spcAft>
                <a:spcPts val="0"/>
              </a:spcAft>
              <a:buNone/>
              <a:defRPr sz="1800"/>
            </a:lvl4pPr>
            <a:lvl5pPr lvl="4">
              <a:spcBef>
                <a:spcPts val="0"/>
              </a:spcBef>
              <a:spcAft>
                <a:spcPts val="0"/>
              </a:spcAft>
              <a:buNone/>
              <a:defRPr sz="1800"/>
            </a:lvl5pPr>
            <a:lvl6pPr lvl="5">
              <a:spcBef>
                <a:spcPts val="0"/>
              </a:spcBef>
              <a:spcAft>
                <a:spcPts val="0"/>
              </a:spcAft>
              <a:buNone/>
              <a:defRPr sz="1800"/>
            </a:lvl6pPr>
            <a:lvl7pPr lvl="6">
              <a:spcBef>
                <a:spcPts val="0"/>
              </a:spcBef>
              <a:spcAft>
                <a:spcPts val="0"/>
              </a:spcAft>
              <a:buNone/>
              <a:defRPr sz="1800"/>
            </a:lvl7pPr>
            <a:lvl8pPr lvl="7">
              <a:spcBef>
                <a:spcPts val="0"/>
              </a:spcBef>
              <a:spcAft>
                <a:spcPts val="0"/>
              </a:spcAft>
              <a:buNone/>
              <a:defRPr sz="1800"/>
            </a:lvl8pPr>
            <a:lvl9pPr lvl="8">
              <a:spcBef>
                <a:spcPts val="0"/>
              </a:spcBef>
              <a:spcAft>
                <a:spcPts val="0"/>
              </a:spcAft>
              <a:buNone/>
              <a:defRPr sz="1800"/>
            </a:lvl9pPr>
          </a:lstStyle>
          <a:p/>
        </p:txBody>
      </p:sp>
      <p:sp>
        <p:nvSpPr>
          <p:cNvPr id="97" name="Google Shape;97;p11"/>
          <p:cNvSpPr txBox="1"/>
          <p:nvPr>
            <p:ph idx="1" type="subTitle"/>
          </p:nvPr>
        </p:nvSpPr>
        <p:spPr>
          <a:xfrm>
            <a:off x="228600" y="220050"/>
            <a:ext cx="2427000" cy="153900"/>
          </a:xfrm>
          <a:prstGeom prst="rect">
            <a:avLst/>
          </a:prstGeom>
        </p:spPr>
        <p:txBody>
          <a:bodyPr anchorCtr="0" anchor="t" bIns="0" lIns="0" spcFirstLastPara="1" rIns="0" wrap="square" tIns="0">
            <a:spAutoFit/>
          </a:bodyPr>
          <a:lstStyle>
            <a:lvl1pPr lvl="0">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2pPr>
            <a:lvl3pPr lvl="2">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3pPr>
            <a:lvl4pPr lvl="3">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4pPr>
            <a:lvl5pPr lvl="4">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5pPr>
            <a:lvl6pPr lvl="5">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6pPr>
            <a:lvl7pPr lvl="6">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7pPr>
            <a:lvl8pPr lvl="7">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8pPr>
            <a:lvl9pPr lvl="8">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9pPr>
          </a:lstStyle>
          <a:p/>
        </p:txBody>
      </p:sp>
      <p:sp>
        <p:nvSpPr>
          <p:cNvPr id="98" name="Google Shape;98;p11"/>
          <p:cNvSpPr txBox="1"/>
          <p:nvPr>
            <p:ph idx="2" type="subTitle"/>
          </p:nvPr>
        </p:nvSpPr>
        <p:spPr>
          <a:xfrm>
            <a:off x="937025" y="1371275"/>
            <a:ext cx="2709300" cy="153900"/>
          </a:xfrm>
          <a:prstGeom prst="rect">
            <a:avLst/>
          </a:prstGeom>
        </p:spPr>
        <p:txBody>
          <a:bodyPr anchorCtr="0" anchor="t" bIns="0" lIns="0" spcFirstLastPara="1" rIns="0" wrap="square" tIns="0">
            <a:noAutofit/>
          </a:bodyPr>
          <a:lstStyle>
            <a:lvl1pPr lvl="0">
              <a:spcBef>
                <a:spcPts val="0"/>
              </a:spcBef>
              <a:spcAft>
                <a:spcPts val="0"/>
              </a:spcAft>
              <a:buNone/>
              <a:defRPr sz="1000">
                <a:latin typeface="Tomorrow Medium"/>
                <a:ea typeface="Tomorrow Medium"/>
                <a:cs typeface="Tomorrow Medium"/>
                <a:sym typeface="Tomorrow Medium"/>
              </a:defRPr>
            </a:lvl1pPr>
            <a:lvl2pPr lvl="1">
              <a:spcBef>
                <a:spcPts val="0"/>
              </a:spcBef>
              <a:spcAft>
                <a:spcPts val="0"/>
              </a:spcAft>
              <a:buNone/>
              <a:defRPr sz="1000">
                <a:solidFill>
                  <a:schemeClr val="accent1"/>
                </a:solidFill>
                <a:latin typeface="Tomorrow Medium"/>
                <a:ea typeface="Tomorrow Medium"/>
                <a:cs typeface="Tomorrow Medium"/>
                <a:sym typeface="Tomorrow Medium"/>
              </a:defRPr>
            </a:lvl2pPr>
            <a:lvl3pPr lvl="2">
              <a:spcBef>
                <a:spcPts val="0"/>
              </a:spcBef>
              <a:spcAft>
                <a:spcPts val="0"/>
              </a:spcAft>
              <a:buNone/>
              <a:defRPr sz="1000">
                <a:solidFill>
                  <a:schemeClr val="accent1"/>
                </a:solidFill>
                <a:latin typeface="Tomorrow Medium"/>
                <a:ea typeface="Tomorrow Medium"/>
                <a:cs typeface="Tomorrow Medium"/>
                <a:sym typeface="Tomorrow Medium"/>
              </a:defRPr>
            </a:lvl3pPr>
            <a:lvl4pPr lvl="3">
              <a:spcBef>
                <a:spcPts val="0"/>
              </a:spcBef>
              <a:spcAft>
                <a:spcPts val="0"/>
              </a:spcAft>
              <a:buNone/>
              <a:defRPr sz="1000">
                <a:solidFill>
                  <a:schemeClr val="accent1"/>
                </a:solidFill>
                <a:latin typeface="Tomorrow Medium"/>
                <a:ea typeface="Tomorrow Medium"/>
                <a:cs typeface="Tomorrow Medium"/>
                <a:sym typeface="Tomorrow Medium"/>
              </a:defRPr>
            </a:lvl4pPr>
            <a:lvl5pPr lvl="4">
              <a:spcBef>
                <a:spcPts val="0"/>
              </a:spcBef>
              <a:spcAft>
                <a:spcPts val="0"/>
              </a:spcAft>
              <a:buNone/>
              <a:defRPr sz="1000">
                <a:solidFill>
                  <a:schemeClr val="accent1"/>
                </a:solidFill>
                <a:latin typeface="Tomorrow Medium"/>
                <a:ea typeface="Tomorrow Medium"/>
                <a:cs typeface="Tomorrow Medium"/>
                <a:sym typeface="Tomorrow Medium"/>
              </a:defRPr>
            </a:lvl5pPr>
            <a:lvl6pPr lvl="5">
              <a:spcBef>
                <a:spcPts val="0"/>
              </a:spcBef>
              <a:spcAft>
                <a:spcPts val="0"/>
              </a:spcAft>
              <a:buNone/>
              <a:defRPr sz="1000">
                <a:solidFill>
                  <a:schemeClr val="accent1"/>
                </a:solidFill>
                <a:latin typeface="Tomorrow Medium"/>
                <a:ea typeface="Tomorrow Medium"/>
                <a:cs typeface="Tomorrow Medium"/>
                <a:sym typeface="Tomorrow Medium"/>
              </a:defRPr>
            </a:lvl6pPr>
            <a:lvl7pPr lvl="6">
              <a:spcBef>
                <a:spcPts val="0"/>
              </a:spcBef>
              <a:spcAft>
                <a:spcPts val="0"/>
              </a:spcAft>
              <a:buNone/>
              <a:defRPr sz="1000">
                <a:solidFill>
                  <a:schemeClr val="accent1"/>
                </a:solidFill>
                <a:latin typeface="Tomorrow Medium"/>
                <a:ea typeface="Tomorrow Medium"/>
                <a:cs typeface="Tomorrow Medium"/>
                <a:sym typeface="Tomorrow Medium"/>
              </a:defRPr>
            </a:lvl7pPr>
            <a:lvl8pPr lvl="7">
              <a:spcBef>
                <a:spcPts val="0"/>
              </a:spcBef>
              <a:spcAft>
                <a:spcPts val="0"/>
              </a:spcAft>
              <a:buNone/>
              <a:defRPr sz="1000">
                <a:solidFill>
                  <a:schemeClr val="accent1"/>
                </a:solidFill>
                <a:latin typeface="Tomorrow Medium"/>
                <a:ea typeface="Tomorrow Medium"/>
                <a:cs typeface="Tomorrow Medium"/>
                <a:sym typeface="Tomorrow Medium"/>
              </a:defRPr>
            </a:lvl8pPr>
            <a:lvl9pPr lvl="8">
              <a:spcBef>
                <a:spcPts val="0"/>
              </a:spcBef>
              <a:spcAft>
                <a:spcPts val="0"/>
              </a:spcAft>
              <a:buNone/>
              <a:defRPr sz="1000">
                <a:solidFill>
                  <a:schemeClr val="accent1"/>
                </a:solidFill>
                <a:latin typeface="Tomorrow Medium"/>
                <a:ea typeface="Tomorrow Medium"/>
                <a:cs typeface="Tomorrow Medium"/>
                <a:sym typeface="Tomorrow Medium"/>
              </a:defRPr>
            </a:lvl9pPr>
          </a:lstStyle>
          <a:p/>
        </p:txBody>
      </p:sp>
      <p:sp>
        <p:nvSpPr>
          <p:cNvPr id="99" name="Google Shape;99;p11"/>
          <p:cNvSpPr txBox="1"/>
          <p:nvPr>
            <p:ph idx="3" type="subTitle"/>
          </p:nvPr>
        </p:nvSpPr>
        <p:spPr>
          <a:xfrm>
            <a:off x="228600" y="1297725"/>
            <a:ext cx="504900" cy="369300"/>
          </a:xfrm>
          <a:prstGeom prst="rect">
            <a:avLst/>
          </a:prstGeom>
        </p:spPr>
        <p:txBody>
          <a:bodyPr anchorCtr="0" anchor="t" bIns="0" lIns="0" spcFirstLastPara="1" rIns="0" wrap="square" tIns="0">
            <a:noAutofit/>
          </a:bodyPr>
          <a:lstStyle>
            <a:lvl1pPr lvl="0">
              <a:spcBef>
                <a:spcPts val="0"/>
              </a:spcBef>
              <a:spcAft>
                <a:spcPts val="0"/>
              </a:spcAft>
              <a:buNone/>
              <a:defRPr sz="3000">
                <a:solidFill>
                  <a:schemeClr val="accent1"/>
                </a:solidFill>
                <a:latin typeface="Tomorrow"/>
                <a:ea typeface="Tomorrow"/>
                <a:cs typeface="Tomorrow"/>
                <a:sym typeface="Tomorrow"/>
              </a:defRPr>
            </a:lvl1pPr>
            <a:lvl2pPr lvl="1">
              <a:spcBef>
                <a:spcPts val="0"/>
              </a:spcBef>
              <a:spcAft>
                <a:spcPts val="0"/>
              </a:spcAft>
              <a:buNone/>
              <a:defRPr sz="3000">
                <a:solidFill>
                  <a:schemeClr val="accent1"/>
                </a:solidFill>
                <a:latin typeface="Tomorrow"/>
                <a:ea typeface="Tomorrow"/>
                <a:cs typeface="Tomorrow"/>
                <a:sym typeface="Tomorrow"/>
              </a:defRPr>
            </a:lvl2pPr>
            <a:lvl3pPr lvl="2">
              <a:spcBef>
                <a:spcPts val="0"/>
              </a:spcBef>
              <a:spcAft>
                <a:spcPts val="0"/>
              </a:spcAft>
              <a:buNone/>
              <a:defRPr sz="3000">
                <a:solidFill>
                  <a:schemeClr val="accent1"/>
                </a:solidFill>
                <a:latin typeface="Tomorrow"/>
                <a:ea typeface="Tomorrow"/>
                <a:cs typeface="Tomorrow"/>
                <a:sym typeface="Tomorrow"/>
              </a:defRPr>
            </a:lvl3pPr>
            <a:lvl4pPr lvl="3">
              <a:spcBef>
                <a:spcPts val="0"/>
              </a:spcBef>
              <a:spcAft>
                <a:spcPts val="0"/>
              </a:spcAft>
              <a:buNone/>
              <a:defRPr sz="3000">
                <a:solidFill>
                  <a:schemeClr val="accent1"/>
                </a:solidFill>
                <a:latin typeface="Tomorrow"/>
                <a:ea typeface="Tomorrow"/>
                <a:cs typeface="Tomorrow"/>
                <a:sym typeface="Tomorrow"/>
              </a:defRPr>
            </a:lvl4pPr>
            <a:lvl5pPr lvl="4">
              <a:spcBef>
                <a:spcPts val="0"/>
              </a:spcBef>
              <a:spcAft>
                <a:spcPts val="0"/>
              </a:spcAft>
              <a:buNone/>
              <a:defRPr sz="3000">
                <a:solidFill>
                  <a:schemeClr val="accent1"/>
                </a:solidFill>
                <a:latin typeface="Tomorrow"/>
                <a:ea typeface="Tomorrow"/>
                <a:cs typeface="Tomorrow"/>
                <a:sym typeface="Tomorrow"/>
              </a:defRPr>
            </a:lvl5pPr>
            <a:lvl6pPr lvl="5">
              <a:spcBef>
                <a:spcPts val="0"/>
              </a:spcBef>
              <a:spcAft>
                <a:spcPts val="0"/>
              </a:spcAft>
              <a:buNone/>
              <a:defRPr sz="3000">
                <a:solidFill>
                  <a:schemeClr val="accent1"/>
                </a:solidFill>
                <a:latin typeface="Tomorrow"/>
                <a:ea typeface="Tomorrow"/>
                <a:cs typeface="Tomorrow"/>
                <a:sym typeface="Tomorrow"/>
              </a:defRPr>
            </a:lvl6pPr>
            <a:lvl7pPr lvl="6">
              <a:spcBef>
                <a:spcPts val="0"/>
              </a:spcBef>
              <a:spcAft>
                <a:spcPts val="0"/>
              </a:spcAft>
              <a:buNone/>
              <a:defRPr sz="3000">
                <a:solidFill>
                  <a:schemeClr val="accent1"/>
                </a:solidFill>
                <a:latin typeface="Tomorrow"/>
                <a:ea typeface="Tomorrow"/>
                <a:cs typeface="Tomorrow"/>
                <a:sym typeface="Tomorrow"/>
              </a:defRPr>
            </a:lvl7pPr>
            <a:lvl8pPr lvl="7">
              <a:spcBef>
                <a:spcPts val="0"/>
              </a:spcBef>
              <a:spcAft>
                <a:spcPts val="0"/>
              </a:spcAft>
              <a:buNone/>
              <a:defRPr sz="3000">
                <a:solidFill>
                  <a:schemeClr val="accent1"/>
                </a:solidFill>
                <a:latin typeface="Tomorrow"/>
                <a:ea typeface="Tomorrow"/>
                <a:cs typeface="Tomorrow"/>
                <a:sym typeface="Tomorrow"/>
              </a:defRPr>
            </a:lvl8pPr>
            <a:lvl9pPr lvl="8">
              <a:spcBef>
                <a:spcPts val="0"/>
              </a:spcBef>
              <a:spcAft>
                <a:spcPts val="0"/>
              </a:spcAft>
              <a:buNone/>
              <a:defRPr sz="3000">
                <a:solidFill>
                  <a:schemeClr val="accent1"/>
                </a:solidFill>
                <a:latin typeface="Tomorrow"/>
                <a:ea typeface="Tomorrow"/>
                <a:cs typeface="Tomorrow"/>
                <a:sym typeface="Tomorrow"/>
              </a:defRPr>
            </a:lvl9pPr>
          </a:lstStyle>
          <a:p/>
        </p:txBody>
      </p:sp>
      <p:sp>
        <p:nvSpPr>
          <p:cNvPr id="100" name="Google Shape;100;p11"/>
          <p:cNvSpPr txBox="1"/>
          <p:nvPr>
            <p:ph idx="4" type="body"/>
          </p:nvPr>
        </p:nvSpPr>
        <p:spPr>
          <a:xfrm>
            <a:off x="4652850" y="1371275"/>
            <a:ext cx="4260000" cy="5346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dk1"/>
              </a:buClr>
              <a:buSzPts val="1000"/>
              <a:buFont typeface="Instrument Sans"/>
              <a:buChar char="●"/>
              <a:defRPr sz="1000"/>
            </a:lvl1pPr>
            <a:lvl2pPr indent="-292100" lvl="1" marL="914400">
              <a:lnSpc>
                <a:spcPct val="115000"/>
              </a:lnSpc>
              <a:spcBef>
                <a:spcPts val="800"/>
              </a:spcBef>
              <a:spcAft>
                <a:spcPts val="0"/>
              </a:spcAft>
              <a:buClr>
                <a:schemeClr val="dk1"/>
              </a:buClr>
              <a:buSzPts val="1000"/>
              <a:buFont typeface="Instrument Sans"/>
              <a:buChar char="○"/>
              <a:defRPr sz="1000"/>
            </a:lvl2pPr>
            <a:lvl3pPr indent="-292100" lvl="2" marL="1371600">
              <a:lnSpc>
                <a:spcPct val="115000"/>
              </a:lnSpc>
              <a:spcBef>
                <a:spcPts val="800"/>
              </a:spcBef>
              <a:spcAft>
                <a:spcPts val="0"/>
              </a:spcAft>
              <a:buClr>
                <a:schemeClr val="dk1"/>
              </a:buClr>
              <a:buSzPts val="1000"/>
              <a:buFont typeface="Instrument Sans"/>
              <a:buChar char="■"/>
              <a:defRPr sz="1000"/>
            </a:lvl3pPr>
            <a:lvl4pPr indent="-292100" lvl="3" marL="1828800">
              <a:lnSpc>
                <a:spcPct val="115000"/>
              </a:lnSpc>
              <a:spcBef>
                <a:spcPts val="800"/>
              </a:spcBef>
              <a:spcAft>
                <a:spcPts val="0"/>
              </a:spcAft>
              <a:buClr>
                <a:schemeClr val="dk1"/>
              </a:buClr>
              <a:buSzPts val="1000"/>
              <a:buFont typeface="Instrument Sans"/>
              <a:buChar char="●"/>
              <a:defRPr sz="1000"/>
            </a:lvl4pPr>
            <a:lvl5pPr indent="-292100" lvl="4" marL="2286000">
              <a:lnSpc>
                <a:spcPct val="115000"/>
              </a:lnSpc>
              <a:spcBef>
                <a:spcPts val="800"/>
              </a:spcBef>
              <a:spcAft>
                <a:spcPts val="0"/>
              </a:spcAft>
              <a:buClr>
                <a:schemeClr val="dk1"/>
              </a:buClr>
              <a:buSzPts val="1000"/>
              <a:buFont typeface="Instrument Sans"/>
              <a:buChar char="○"/>
              <a:defRPr sz="1000"/>
            </a:lvl5pPr>
            <a:lvl6pPr indent="-292100" lvl="5" marL="2743200">
              <a:lnSpc>
                <a:spcPct val="115000"/>
              </a:lnSpc>
              <a:spcBef>
                <a:spcPts val="800"/>
              </a:spcBef>
              <a:spcAft>
                <a:spcPts val="0"/>
              </a:spcAft>
              <a:buClr>
                <a:schemeClr val="dk1"/>
              </a:buClr>
              <a:buSzPts val="1000"/>
              <a:buFont typeface="Instrument Sans"/>
              <a:buChar char="■"/>
              <a:defRPr sz="1000"/>
            </a:lvl6pPr>
            <a:lvl7pPr indent="-292100" lvl="6" marL="3200400">
              <a:lnSpc>
                <a:spcPct val="115000"/>
              </a:lnSpc>
              <a:spcBef>
                <a:spcPts val="800"/>
              </a:spcBef>
              <a:spcAft>
                <a:spcPts val="0"/>
              </a:spcAft>
              <a:buClr>
                <a:schemeClr val="dk1"/>
              </a:buClr>
              <a:buSzPts val="1000"/>
              <a:buFont typeface="Instrument Sans"/>
              <a:buChar char="●"/>
              <a:defRPr sz="1000"/>
            </a:lvl7pPr>
            <a:lvl8pPr indent="-292100" lvl="7" marL="3657600">
              <a:lnSpc>
                <a:spcPct val="115000"/>
              </a:lnSpc>
              <a:spcBef>
                <a:spcPts val="800"/>
              </a:spcBef>
              <a:spcAft>
                <a:spcPts val="0"/>
              </a:spcAft>
              <a:buClr>
                <a:schemeClr val="dk1"/>
              </a:buClr>
              <a:buSzPts val="1000"/>
              <a:buFont typeface="Instrument Sans"/>
              <a:buChar char="○"/>
              <a:defRPr sz="1000"/>
            </a:lvl8pPr>
            <a:lvl9pPr indent="-292100" lvl="8" marL="4114800">
              <a:lnSpc>
                <a:spcPct val="115000"/>
              </a:lnSpc>
              <a:spcBef>
                <a:spcPts val="800"/>
              </a:spcBef>
              <a:spcAft>
                <a:spcPts val="800"/>
              </a:spcAft>
              <a:buClr>
                <a:schemeClr val="dk1"/>
              </a:buClr>
              <a:buSzPts val="1000"/>
              <a:buFont typeface="Instrument Sans"/>
              <a:buChar char="■"/>
              <a:defRPr sz="1000"/>
            </a:lvl9pPr>
          </a:lstStyle>
          <a:p/>
        </p:txBody>
      </p:sp>
      <p:sp>
        <p:nvSpPr>
          <p:cNvPr id="101" name="Google Shape;101;p11"/>
          <p:cNvSpPr txBox="1"/>
          <p:nvPr>
            <p:ph idx="5" type="subTitle"/>
          </p:nvPr>
        </p:nvSpPr>
        <p:spPr>
          <a:xfrm>
            <a:off x="935663" y="2274363"/>
            <a:ext cx="2709300" cy="153900"/>
          </a:xfrm>
          <a:prstGeom prst="rect">
            <a:avLst/>
          </a:prstGeom>
        </p:spPr>
        <p:txBody>
          <a:bodyPr anchorCtr="0" anchor="t" bIns="0" lIns="0" spcFirstLastPara="1" rIns="0" wrap="square" tIns="0">
            <a:noAutofit/>
          </a:bodyPr>
          <a:lstStyle>
            <a:lvl1pPr lvl="0">
              <a:spcBef>
                <a:spcPts val="0"/>
              </a:spcBef>
              <a:spcAft>
                <a:spcPts val="0"/>
              </a:spcAft>
              <a:buNone/>
              <a:defRPr sz="1000">
                <a:latin typeface="Tomorrow Medium"/>
                <a:ea typeface="Tomorrow Medium"/>
                <a:cs typeface="Tomorrow Medium"/>
                <a:sym typeface="Tomorrow Medium"/>
              </a:defRPr>
            </a:lvl1pPr>
            <a:lvl2pPr lvl="1">
              <a:spcBef>
                <a:spcPts val="0"/>
              </a:spcBef>
              <a:spcAft>
                <a:spcPts val="0"/>
              </a:spcAft>
              <a:buNone/>
              <a:defRPr sz="1000">
                <a:solidFill>
                  <a:schemeClr val="accent1"/>
                </a:solidFill>
                <a:latin typeface="Tomorrow Medium"/>
                <a:ea typeface="Tomorrow Medium"/>
                <a:cs typeface="Tomorrow Medium"/>
                <a:sym typeface="Tomorrow Medium"/>
              </a:defRPr>
            </a:lvl2pPr>
            <a:lvl3pPr lvl="2">
              <a:spcBef>
                <a:spcPts val="0"/>
              </a:spcBef>
              <a:spcAft>
                <a:spcPts val="0"/>
              </a:spcAft>
              <a:buNone/>
              <a:defRPr sz="1000">
                <a:solidFill>
                  <a:schemeClr val="accent1"/>
                </a:solidFill>
                <a:latin typeface="Tomorrow Medium"/>
                <a:ea typeface="Tomorrow Medium"/>
                <a:cs typeface="Tomorrow Medium"/>
                <a:sym typeface="Tomorrow Medium"/>
              </a:defRPr>
            </a:lvl3pPr>
            <a:lvl4pPr lvl="3">
              <a:spcBef>
                <a:spcPts val="0"/>
              </a:spcBef>
              <a:spcAft>
                <a:spcPts val="0"/>
              </a:spcAft>
              <a:buNone/>
              <a:defRPr sz="1000">
                <a:solidFill>
                  <a:schemeClr val="accent1"/>
                </a:solidFill>
                <a:latin typeface="Tomorrow Medium"/>
                <a:ea typeface="Tomorrow Medium"/>
                <a:cs typeface="Tomorrow Medium"/>
                <a:sym typeface="Tomorrow Medium"/>
              </a:defRPr>
            </a:lvl4pPr>
            <a:lvl5pPr lvl="4">
              <a:spcBef>
                <a:spcPts val="0"/>
              </a:spcBef>
              <a:spcAft>
                <a:spcPts val="0"/>
              </a:spcAft>
              <a:buNone/>
              <a:defRPr sz="1000">
                <a:solidFill>
                  <a:schemeClr val="accent1"/>
                </a:solidFill>
                <a:latin typeface="Tomorrow Medium"/>
                <a:ea typeface="Tomorrow Medium"/>
                <a:cs typeface="Tomorrow Medium"/>
                <a:sym typeface="Tomorrow Medium"/>
              </a:defRPr>
            </a:lvl5pPr>
            <a:lvl6pPr lvl="5">
              <a:spcBef>
                <a:spcPts val="0"/>
              </a:spcBef>
              <a:spcAft>
                <a:spcPts val="0"/>
              </a:spcAft>
              <a:buNone/>
              <a:defRPr sz="1000">
                <a:solidFill>
                  <a:schemeClr val="accent1"/>
                </a:solidFill>
                <a:latin typeface="Tomorrow Medium"/>
                <a:ea typeface="Tomorrow Medium"/>
                <a:cs typeface="Tomorrow Medium"/>
                <a:sym typeface="Tomorrow Medium"/>
              </a:defRPr>
            </a:lvl6pPr>
            <a:lvl7pPr lvl="6">
              <a:spcBef>
                <a:spcPts val="0"/>
              </a:spcBef>
              <a:spcAft>
                <a:spcPts val="0"/>
              </a:spcAft>
              <a:buNone/>
              <a:defRPr sz="1000">
                <a:solidFill>
                  <a:schemeClr val="accent1"/>
                </a:solidFill>
                <a:latin typeface="Tomorrow Medium"/>
                <a:ea typeface="Tomorrow Medium"/>
                <a:cs typeface="Tomorrow Medium"/>
                <a:sym typeface="Tomorrow Medium"/>
              </a:defRPr>
            </a:lvl7pPr>
            <a:lvl8pPr lvl="7">
              <a:spcBef>
                <a:spcPts val="0"/>
              </a:spcBef>
              <a:spcAft>
                <a:spcPts val="0"/>
              </a:spcAft>
              <a:buNone/>
              <a:defRPr sz="1000">
                <a:solidFill>
                  <a:schemeClr val="accent1"/>
                </a:solidFill>
                <a:latin typeface="Tomorrow Medium"/>
                <a:ea typeface="Tomorrow Medium"/>
                <a:cs typeface="Tomorrow Medium"/>
                <a:sym typeface="Tomorrow Medium"/>
              </a:defRPr>
            </a:lvl8pPr>
            <a:lvl9pPr lvl="8">
              <a:spcBef>
                <a:spcPts val="0"/>
              </a:spcBef>
              <a:spcAft>
                <a:spcPts val="0"/>
              </a:spcAft>
              <a:buNone/>
              <a:defRPr sz="1000">
                <a:solidFill>
                  <a:schemeClr val="accent1"/>
                </a:solidFill>
                <a:latin typeface="Tomorrow Medium"/>
                <a:ea typeface="Tomorrow Medium"/>
                <a:cs typeface="Tomorrow Medium"/>
                <a:sym typeface="Tomorrow Medium"/>
              </a:defRPr>
            </a:lvl9pPr>
          </a:lstStyle>
          <a:p/>
        </p:txBody>
      </p:sp>
      <p:sp>
        <p:nvSpPr>
          <p:cNvPr id="102" name="Google Shape;102;p11"/>
          <p:cNvSpPr txBox="1"/>
          <p:nvPr>
            <p:ph idx="6" type="subTitle"/>
          </p:nvPr>
        </p:nvSpPr>
        <p:spPr>
          <a:xfrm>
            <a:off x="227238" y="2200813"/>
            <a:ext cx="504900" cy="369300"/>
          </a:xfrm>
          <a:prstGeom prst="rect">
            <a:avLst/>
          </a:prstGeom>
        </p:spPr>
        <p:txBody>
          <a:bodyPr anchorCtr="0" anchor="t" bIns="0" lIns="0" spcFirstLastPara="1" rIns="0" wrap="square" tIns="0">
            <a:noAutofit/>
          </a:bodyPr>
          <a:lstStyle>
            <a:lvl1pPr lvl="0">
              <a:spcBef>
                <a:spcPts val="0"/>
              </a:spcBef>
              <a:spcAft>
                <a:spcPts val="0"/>
              </a:spcAft>
              <a:buNone/>
              <a:defRPr sz="3000">
                <a:solidFill>
                  <a:schemeClr val="accent1"/>
                </a:solidFill>
                <a:latin typeface="Tomorrow"/>
                <a:ea typeface="Tomorrow"/>
                <a:cs typeface="Tomorrow"/>
                <a:sym typeface="Tomorrow"/>
              </a:defRPr>
            </a:lvl1pPr>
            <a:lvl2pPr lvl="1">
              <a:spcBef>
                <a:spcPts val="0"/>
              </a:spcBef>
              <a:spcAft>
                <a:spcPts val="0"/>
              </a:spcAft>
              <a:buNone/>
              <a:defRPr sz="3000">
                <a:solidFill>
                  <a:schemeClr val="accent1"/>
                </a:solidFill>
                <a:latin typeface="Tomorrow"/>
                <a:ea typeface="Tomorrow"/>
                <a:cs typeface="Tomorrow"/>
                <a:sym typeface="Tomorrow"/>
              </a:defRPr>
            </a:lvl2pPr>
            <a:lvl3pPr lvl="2">
              <a:spcBef>
                <a:spcPts val="0"/>
              </a:spcBef>
              <a:spcAft>
                <a:spcPts val="0"/>
              </a:spcAft>
              <a:buNone/>
              <a:defRPr sz="3000">
                <a:solidFill>
                  <a:schemeClr val="accent1"/>
                </a:solidFill>
                <a:latin typeface="Tomorrow"/>
                <a:ea typeface="Tomorrow"/>
                <a:cs typeface="Tomorrow"/>
                <a:sym typeface="Tomorrow"/>
              </a:defRPr>
            </a:lvl3pPr>
            <a:lvl4pPr lvl="3">
              <a:spcBef>
                <a:spcPts val="0"/>
              </a:spcBef>
              <a:spcAft>
                <a:spcPts val="0"/>
              </a:spcAft>
              <a:buNone/>
              <a:defRPr sz="3000">
                <a:solidFill>
                  <a:schemeClr val="accent1"/>
                </a:solidFill>
                <a:latin typeface="Tomorrow"/>
                <a:ea typeface="Tomorrow"/>
                <a:cs typeface="Tomorrow"/>
                <a:sym typeface="Tomorrow"/>
              </a:defRPr>
            </a:lvl4pPr>
            <a:lvl5pPr lvl="4">
              <a:spcBef>
                <a:spcPts val="0"/>
              </a:spcBef>
              <a:spcAft>
                <a:spcPts val="0"/>
              </a:spcAft>
              <a:buNone/>
              <a:defRPr sz="3000">
                <a:solidFill>
                  <a:schemeClr val="accent1"/>
                </a:solidFill>
                <a:latin typeface="Tomorrow"/>
                <a:ea typeface="Tomorrow"/>
                <a:cs typeface="Tomorrow"/>
                <a:sym typeface="Tomorrow"/>
              </a:defRPr>
            </a:lvl5pPr>
            <a:lvl6pPr lvl="5">
              <a:spcBef>
                <a:spcPts val="0"/>
              </a:spcBef>
              <a:spcAft>
                <a:spcPts val="0"/>
              </a:spcAft>
              <a:buNone/>
              <a:defRPr sz="3000">
                <a:solidFill>
                  <a:schemeClr val="accent1"/>
                </a:solidFill>
                <a:latin typeface="Tomorrow"/>
                <a:ea typeface="Tomorrow"/>
                <a:cs typeface="Tomorrow"/>
                <a:sym typeface="Tomorrow"/>
              </a:defRPr>
            </a:lvl6pPr>
            <a:lvl7pPr lvl="6">
              <a:spcBef>
                <a:spcPts val="0"/>
              </a:spcBef>
              <a:spcAft>
                <a:spcPts val="0"/>
              </a:spcAft>
              <a:buNone/>
              <a:defRPr sz="3000">
                <a:solidFill>
                  <a:schemeClr val="accent1"/>
                </a:solidFill>
                <a:latin typeface="Tomorrow"/>
                <a:ea typeface="Tomorrow"/>
                <a:cs typeface="Tomorrow"/>
                <a:sym typeface="Tomorrow"/>
              </a:defRPr>
            </a:lvl7pPr>
            <a:lvl8pPr lvl="7">
              <a:spcBef>
                <a:spcPts val="0"/>
              </a:spcBef>
              <a:spcAft>
                <a:spcPts val="0"/>
              </a:spcAft>
              <a:buNone/>
              <a:defRPr sz="3000">
                <a:solidFill>
                  <a:schemeClr val="accent1"/>
                </a:solidFill>
                <a:latin typeface="Tomorrow"/>
                <a:ea typeface="Tomorrow"/>
                <a:cs typeface="Tomorrow"/>
                <a:sym typeface="Tomorrow"/>
              </a:defRPr>
            </a:lvl8pPr>
            <a:lvl9pPr lvl="8">
              <a:spcBef>
                <a:spcPts val="0"/>
              </a:spcBef>
              <a:spcAft>
                <a:spcPts val="0"/>
              </a:spcAft>
              <a:buNone/>
              <a:defRPr sz="3000">
                <a:solidFill>
                  <a:schemeClr val="accent1"/>
                </a:solidFill>
                <a:latin typeface="Tomorrow"/>
                <a:ea typeface="Tomorrow"/>
                <a:cs typeface="Tomorrow"/>
                <a:sym typeface="Tomorrow"/>
              </a:defRPr>
            </a:lvl9pPr>
          </a:lstStyle>
          <a:p/>
        </p:txBody>
      </p:sp>
      <p:sp>
        <p:nvSpPr>
          <p:cNvPr id="103" name="Google Shape;103;p11"/>
          <p:cNvSpPr txBox="1"/>
          <p:nvPr>
            <p:ph idx="7" type="body"/>
          </p:nvPr>
        </p:nvSpPr>
        <p:spPr>
          <a:xfrm>
            <a:off x="4651488" y="2274363"/>
            <a:ext cx="4260000" cy="5346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dk1"/>
              </a:buClr>
              <a:buSzPts val="1000"/>
              <a:buFont typeface="Instrument Sans"/>
              <a:buChar char="●"/>
              <a:defRPr sz="1000"/>
            </a:lvl1pPr>
            <a:lvl2pPr indent="-292100" lvl="1" marL="914400">
              <a:lnSpc>
                <a:spcPct val="115000"/>
              </a:lnSpc>
              <a:spcBef>
                <a:spcPts val="800"/>
              </a:spcBef>
              <a:spcAft>
                <a:spcPts val="0"/>
              </a:spcAft>
              <a:buClr>
                <a:schemeClr val="dk1"/>
              </a:buClr>
              <a:buSzPts val="1000"/>
              <a:buFont typeface="Instrument Sans"/>
              <a:buChar char="○"/>
              <a:defRPr sz="1000"/>
            </a:lvl2pPr>
            <a:lvl3pPr indent="-292100" lvl="2" marL="1371600">
              <a:lnSpc>
                <a:spcPct val="115000"/>
              </a:lnSpc>
              <a:spcBef>
                <a:spcPts val="800"/>
              </a:spcBef>
              <a:spcAft>
                <a:spcPts val="0"/>
              </a:spcAft>
              <a:buClr>
                <a:schemeClr val="dk1"/>
              </a:buClr>
              <a:buSzPts val="1000"/>
              <a:buFont typeface="Instrument Sans"/>
              <a:buChar char="■"/>
              <a:defRPr sz="1000"/>
            </a:lvl3pPr>
            <a:lvl4pPr indent="-292100" lvl="3" marL="1828800">
              <a:lnSpc>
                <a:spcPct val="115000"/>
              </a:lnSpc>
              <a:spcBef>
                <a:spcPts val="800"/>
              </a:spcBef>
              <a:spcAft>
                <a:spcPts val="0"/>
              </a:spcAft>
              <a:buClr>
                <a:schemeClr val="dk1"/>
              </a:buClr>
              <a:buSzPts val="1000"/>
              <a:buFont typeface="Instrument Sans"/>
              <a:buChar char="●"/>
              <a:defRPr sz="1000"/>
            </a:lvl4pPr>
            <a:lvl5pPr indent="-292100" lvl="4" marL="2286000">
              <a:lnSpc>
                <a:spcPct val="115000"/>
              </a:lnSpc>
              <a:spcBef>
                <a:spcPts val="800"/>
              </a:spcBef>
              <a:spcAft>
                <a:spcPts val="0"/>
              </a:spcAft>
              <a:buClr>
                <a:schemeClr val="dk1"/>
              </a:buClr>
              <a:buSzPts val="1000"/>
              <a:buFont typeface="Instrument Sans"/>
              <a:buChar char="○"/>
              <a:defRPr sz="1000"/>
            </a:lvl5pPr>
            <a:lvl6pPr indent="-292100" lvl="5" marL="2743200">
              <a:lnSpc>
                <a:spcPct val="115000"/>
              </a:lnSpc>
              <a:spcBef>
                <a:spcPts val="800"/>
              </a:spcBef>
              <a:spcAft>
                <a:spcPts val="0"/>
              </a:spcAft>
              <a:buClr>
                <a:schemeClr val="dk1"/>
              </a:buClr>
              <a:buSzPts val="1000"/>
              <a:buFont typeface="Instrument Sans"/>
              <a:buChar char="■"/>
              <a:defRPr sz="1000"/>
            </a:lvl6pPr>
            <a:lvl7pPr indent="-292100" lvl="6" marL="3200400">
              <a:lnSpc>
                <a:spcPct val="115000"/>
              </a:lnSpc>
              <a:spcBef>
                <a:spcPts val="800"/>
              </a:spcBef>
              <a:spcAft>
                <a:spcPts val="0"/>
              </a:spcAft>
              <a:buClr>
                <a:schemeClr val="dk1"/>
              </a:buClr>
              <a:buSzPts val="1000"/>
              <a:buFont typeface="Instrument Sans"/>
              <a:buChar char="●"/>
              <a:defRPr sz="1000"/>
            </a:lvl7pPr>
            <a:lvl8pPr indent="-292100" lvl="7" marL="3657600">
              <a:lnSpc>
                <a:spcPct val="115000"/>
              </a:lnSpc>
              <a:spcBef>
                <a:spcPts val="800"/>
              </a:spcBef>
              <a:spcAft>
                <a:spcPts val="0"/>
              </a:spcAft>
              <a:buClr>
                <a:schemeClr val="dk1"/>
              </a:buClr>
              <a:buSzPts val="1000"/>
              <a:buFont typeface="Instrument Sans"/>
              <a:buChar char="○"/>
              <a:defRPr sz="1000"/>
            </a:lvl8pPr>
            <a:lvl9pPr indent="-292100" lvl="8" marL="4114800">
              <a:lnSpc>
                <a:spcPct val="115000"/>
              </a:lnSpc>
              <a:spcBef>
                <a:spcPts val="800"/>
              </a:spcBef>
              <a:spcAft>
                <a:spcPts val="800"/>
              </a:spcAft>
              <a:buClr>
                <a:schemeClr val="dk1"/>
              </a:buClr>
              <a:buSzPts val="1000"/>
              <a:buFont typeface="Instrument Sans"/>
              <a:buChar char="■"/>
              <a:defRPr sz="1000"/>
            </a:lvl9pPr>
          </a:lstStyle>
          <a:p/>
        </p:txBody>
      </p:sp>
      <p:sp>
        <p:nvSpPr>
          <p:cNvPr id="104" name="Google Shape;104;p11"/>
          <p:cNvSpPr txBox="1"/>
          <p:nvPr>
            <p:ph idx="8" type="subTitle"/>
          </p:nvPr>
        </p:nvSpPr>
        <p:spPr>
          <a:xfrm>
            <a:off x="935650" y="3177450"/>
            <a:ext cx="2709300" cy="153900"/>
          </a:xfrm>
          <a:prstGeom prst="rect">
            <a:avLst/>
          </a:prstGeom>
        </p:spPr>
        <p:txBody>
          <a:bodyPr anchorCtr="0" anchor="t" bIns="0" lIns="0" spcFirstLastPara="1" rIns="0" wrap="square" tIns="0">
            <a:noAutofit/>
          </a:bodyPr>
          <a:lstStyle>
            <a:lvl1pPr lvl="0" algn="l">
              <a:spcBef>
                <a:spcPts val="0"/>
              </a:spcBef>
              <a:spcAft>
                <a:spcPts val="0"/>
              </a:spcAft>
              <a:buNone/>
              <a:defRPr sz="1000">
                <a:latin typeface="Tomorrow Medium"/>
                <a:ea typeface="Tomorrow Medium"/>
                <a:cs typeface="Tomorrow Medium"/>
                <a:sym typeface="Tomorrow Medium"/>
              </a:defRPr>
            </a:lvl1pPr>
            <a:lvl2pPr lvl="1">
              <a:spcBef>
                <a:spcPts val="0"/>
              </a:spcBef>
              <a:spcAft>
                <a:spcPts val="0"/>
              </a:spcAft>
              <a:buNone/>
              <a:defRPr sz="1000">
                <a:solidFill>
                  <a:schemeClr val="accent1"/>
                </a:solidFill>
                <a:latin typeface="Tomorrow Medium"/>
                <a:ea typeface="Tomorrow Medium"/>
                <a:cs typeface="Tomorrow Medium"/>
                <a:sym typeface="Tomorrow Medium"/>
              </a:defRPr>
            </a:lvl2pPr>
            <a:lvl3pPr lvl="2">
              <a:spcBef>
                <a:spcPts val="0"/>
              </a:spcBef>
              <a:spcAft>
                <a:spcPts val="0"/>
              </a:spcAft>
              <a:buNone/>
              <a:defRPr sz="1000">
                <a:solidFill>
                  <a:schemeClr val="accent1"/>
                </a:solidFill>
                <a:latin typeface="Tomorrow Medium"/>
                <a:ea typeface="Tomorrow Medium"/>
                <a:cs typeface="Tomorrow Medium"/>
                <a:sym typeface="Tomorrow Medium"/>
              </a:defRPr>
            </a:lvl3pPr>
            <a:lvl4pPr lvl="3">
              <a:spcBef>
                <a:spcPts val="0"/>
              </a:spcBef>
              <a:spcAft>
                <a:spcPts val="0"/>
              </a:spcAft>
              <a:buNone/>
              <a:defRPr sz="1000">
                <a:solidFill>
                  <a:schemeClr val="accent1"/>
                </a:solidFill>
                <a:latin typeface="Tomorrow Medium"/>
                <a:ea typeface="Tomorrow Medium"/>
                <a:cs typeface="Tomorrow Medium"/>
                <a:sym typeface="Tomorrow Medium"/>
              </a:defRPr>
            </a:lvl4pPr>
            <a:lvl5pPr lvl="4">
              <a:spcBef>
                <a:spcPts val="0"/>
              </a:spcBef>
              <a:spcAft>
                <a:spcPts val="0"/>
              </a:spcAft>
              <a:buNone/>
              <a:defRPr sz="1000">
                <a:solidFill>
                  <a:schemeClr val="accent1"/>
                </a:solidFill>
                <a:latin typeface="Tomorrow Medium"/>
                <a:ea typeface="Tomorrow Medium"/>
                <a:cs typeface="Tomorrow Medium"/>
                <a:sym typeface="Tomorrow Medium"/>
              </a:defRPr>
            </a:lvl5pPr>
            <a:lvl6pPr lvl="5">
              <a:spcBef>
                <a:spcPts val="0"/>
              </a:spcBef>
              <a:spcAft>
                <a:spcPts val="0"/>
              </a:spcAft>
              <a:buNone/>
              <a:defRPr sz="1000">
                <a:solidFill>
                  <a:schemeClr val="accent1"/>
                </a:solidFill>
                <a:latin typeface="Tomorrow Medium"/>
                <a:ea typeface="Tomorrow Medium"/>
                <a:cs typeface="Tomorrow Medium"/>
                <a:sym typeface="Tomorrow Medium"/>
              </a:defRPr>
            </a:lvl6pPr>
            <a:lvl7pPr lvl="6">
              <a:spcBef>
                <a:spcPts val="0"/>
              </a:spcBef>
              <a:spcAft>
                <a:spcPts val="0"/>
              </a:spcAft>
              <a:buNone/>
              <a:defRPr sz="1000">
                <a:solidFill>
                  <a:schemeClr val="accent1"/>
                </a:solidFill>
                <a:latin typeface="Tomorrow Medium"/>
                <a:ea typeface="Tomorrow Medium"/>
                <a:cs typeface="Tomorrow Medium"/>
                <a:sym typeface="Tomorrow Medium"/>
              </a:defRPr>
            </a:lvl7pPr>
            <a:lvl8pPr lvl="7">
              <a:spcBef>
                <a:spcPts val="0"/>
              </a:spcBef>
              <a:spcAft>
                <a:spcPts val="0"/>
              </a:spcAft>
              <a:buNone/>
              <a:defRPr sz="1000">
                <a:solidFill>
                  <a:schemeClr val="accent1"/>
                </a:solidFill>
                <a:latin typeface="Tomorrow Medium"/>
                <a:ea typeface="Tomorrow Medium"/>
                <a:cs typeface="Tomorrow Medium"/>
                <a:sym typeface="Tomorrow Medium"/>
              </a:defRPr>
            </a:lvl8pPr>
            <a:lvl9pPr lvl="8">
              <a:spcBef>
                <a:spcPts val="0"/>
              </a:spcBef>
              <a:spcAft>
                <a:spcPts val="0"/>
              </a:spcAft>
              <a:buNone/>
              <a:defRPr sz="1000">
                <a:solidFill>
                  <a:schemeClr val="accent1"/>
                </a:solidFill>
                <a:latin typeface="Tomorrow Medium"/>
                <a:ea typeface="Tomorrow Medium"/>
                <a:cs typeface="Tomorrow Medium"/>
                <a:sym typeface="Tomorrow Medium"/>
              </a:defRPr>
            </a:lvl9pPr>
          </a:lstStyle>
          <a:p/>
        </p:txBody>
      </p:sp>
      <p:sp>
        <p:nvSpPr>
          <p:cNvPr id="105" name="Google Shape;105;p11"/>
          <p:cNvSpPr txBox="1"/>
          <p:nvPr>
            <p:ph idx="9" type="subTitle"/>
          </p:nvPr>
        </p:nvSpPr>
        <p:spPr>
          <a:xfrm>
            <a:off x="227225" y="3103900"/>
            <a:ext cx="504900" cy="369300"/>
          </a:xfrm>
          <a:prstGeom prst="rect">
            <a:avLst/>
          </a:prstGeom>
        </p:spPr>
        <p:txBody>
          <a:bodyPr anchorCtr="0" anchor="t" bIns="0" lIns="0" spcFirstLastPara="1" rIns="0" wrap="square" tIns="0">
            <a:noAutofit/>
          </a:bodyPr>
          <a:lstStyle>
            <a:lvl1pPr lvl="0">
              <a:spcBef>
                <a:spcPts val="0"/>
              </a:spcBef>
              <a:spcAft>
                <a:spcPts val="0"/>
              </a:spcAft>
              <a:buNone/>
              <a:defRPr sz="3000">
                <a:solidFill>
                  <a:schemeClr val="accent1"/>
                </a:solidFill>
                <a:latin typeface="Tomorrow"/>
                <a:ea typeface="Tomorrow"/>
                <a:cs typeface="Tomorrow"/>
                <a:sym typeface="Tomorrow"/>
              </a:defRPr>
            </a:lvl1pPr>
            <a:lvl2pPr lvl="1">
              <a:spcBef>
                <a:spcPts val="0"/>
              </a:spcBef>
              <a:spcAft>
                <a:spcPts val="0"/>
              </a:spcAft>
              <a:buNone/>
              <a:defRPr sz="3000">
                <a:solidFill>
                  <a:schemeClr val="accent1"/>
                </a:solidFill>
                <a:latin typeface="Tomorrow"/>
                <a:ea typeface="Tomorrow"/>
                <a:cs typeface="Tomorrow"/>
                <a:sym typeface="Tomorrow"/>
              </a:defRPr>
            </a:lvl2pPr>
            <a:lvl3pPr lvl="2">
              <a:spcBef>
                <a:spcPts val="0"/>
              </a:spcBef>
              <a:spcAft>
                <a:spcPts val="0"/>
              </a:spcAft>
              <a:buNone/>
              <a:defRPr sz="3000">
                <a:solidFill>
                  <a:schemeClr val="accent1"/>
                </a:solidFill>
                <a:latin typeface="Tomorrow"/>
                <a:ea typeface="Tomorrow"/>
                <a:cs typeface="Tomorrow"/>
                <a:sym typeface="Tomorrow"/>
              </a:defRPr>
            </a:lvl3pPr>
            <a:lvl4pPr lvl="3">
              <a:spcBef>
                <a:spcPts val="0"/>
              </a:spcBef>
              <a:spcAft>
                <a:spcPts val="0"/>
              </a:spcAft>
              <a:buNone/>
              <a:defRPr sz="3000">
                <a:solidFill>
                  <a:schemeClr val="accent1"/>
                </a:solidFill>
                <a:latin typeface="Tomorrow"/>
                <a:ea typeface="Tomorrow"/>
                <a:cs typeface="Tomorrow"/>
                <a:sym typeface="Tomorrow"/>
              </a:defRPr>
            </a:lvl4pPr>
            <a:lvl5pPr lvl="4">
              <a:spcBef>
                <a:spcPts val="0"/>
              </a:spcBef>
              <a:spcAft>
                <a:spcPts val="0"/>
              </a:spcAft>
              <a:buNone/>
              <a:defRPr sz="3000">
                <a:solidFill>
                  <a:schemeClr val="accent1"/>
                </a:solidFill>
                <a:latin typeface="Tomorrow"/>
                <a:ea typeface="Tomorrow"/>
                <a:cs typeface="Tomorrow"/>
                <a:sym typeface="Tomorrow"/>
              </a:defRPr>
            </a:lvl5pPr>
            <a:lvl6pPr lvl="5">
              <a:spcBef>
                <a:spcPts val="0"/>
              </a:spcBef>
              <a:spcAft>
                <a:spcPts val="0"/>
              </a:spcAft>
              <a:buNone/>
              <a:defRPr sz="3000">
                <a:solidFill>
                  <a:schemeClr val="accent1"/>
                </a:solidFill>
                <a:latin typeface="Tomorrow"/>
                <a:ea typeface="Tomorrow"/>
                <a:cs typeface="Tomorrow"/>
                <a:sym typeface="Tomorrow"/>
              </a:defRPr>
            </a:lvl6pPr>
            <a:lvl7pPr lvl="6">
              <a:spcBef>
                <a:spcPts val="0"/>
              </a:spcBef>
              <a:spcAft>
                <a:spcPts val="0"/>
              </a:spcAft>
              <a:buNone/>
              <a:defRPr sz="3000">
                <a:solidFill>
                  <a:schemeClr val="accent1"/>
                </a:solidFill>
                <a:latin typeface="Tomorrow"/>
                <a:ea typeface="Tomorrow"/>
                <a:cs typeface="Tomorrow"/>
                <a:sym typeface="Tomorrow"/>
              </a:defRPr>
            </a:lvl7pPr>
            <a:lvl8pPr lvl="7">
              <a:spcBef>
                <a:spcPts val="0"/>
              </a:spcBef>
              <a:spcAft>
                <a:spcPts val="0"/>
              </a:spcAft>
              <a:buNone/>
              <a:defRPr sz="3000">
                <a:solidFill>
                  <a:schemeClr val="accent1"/>
                </a:solidFill>
                <a:latin typeface="Tomorrow"/>
                <a:ea typeface="Tomorrow"/>
                <a:cs typeface="Tomorrow"/>
                <a:sym typeface="Tomorrow"/>
              </a:defRPr>
            </a:lvl8pPr>
            <a:lvl9pPr lvl="8">
              <a:spcBef>
                <a:spcPts val="0"/>
              </a:spcBef>
              <a:spcAft>
                <a:spcPts val="0"/>
              </a:spcAft>
              <a:buNone/>
              <a:defRPr sz="3000">
                <a:solidFill>
                  <a:schemeClr val="accent1"/>
                </a:solidFill>
                <a:latin typeface="Tomorrow"/>
                <a:ea typeface="Tomorrow"/>
                <a:cs typeface="Tomorrow"/>
                <a:sym typeface="Tomorrow"/>
              </a:defRPr>
            </a:lvl9pPr>
          </a:lstStyle>
          <a:p/>
        </p:txBody>
      </p:sp>
      <p:sp>
        <p:nvSpPr>
          <p:cNvPr id="106" name="Google Shape;106;p11"/>
          <p:cNvSpPr txBox="1"/>
          <p:nvPr>
            <p:ph idx="13" type="body"/>
          </p:nvPr>
        </p:nvSpPr>
        <p:spPr>
          <a:xfrm>
            <a:off x="4651475" y="3177450"/>
            <a:ext cx="4260000" cy="5346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dk1"/>
              </a:buClr>
              <a:buSzPts val="1000"/>
              <a:buFont typeface="Instrument Sans"/>
              <a:buChar char="●"/>
              <a:defRPr sz="1000"/>
            </a:lvl1pPr>
            <a:lvl2pPr indent="-292100" lvl="1" marL="914400">
              <a:lnSpc>
                <a:spcPct val="115000"/>
              </a:lnSpc>
              <a:spcBef>
                <a:spcPts val="800"/>
              </a:spcBef>
              <a:spcAft>
                <a:spcPts val="0"/>
              </a:spcAft>
              <a:buClr>
                <a:schemeClr val="dk1"/>
              </a:buClr>
              <a:buSzPts val="1000"/>
              <a:buFont typeface="Instrument Sans"/>
              <a:buChar char="○"/>
              <a:defRPr sz="1000"/>
            </a:lvl2pPr>
            <a:lvl3pPr indent="-292100" lvl="2" marL="1371600">
              <a:lnSpc>
                <a:spcPct val="115000"/>
              </a:lnSpc>
              <a:spcBef>
                <a:spcPts val="800"/>
              </a:spcBef>
              <a:spcAft>
                <a:spcPts val="0"/>
              </a:spcAft>
              <a:buClr>
                <a:schemeClr val="dk1"/>
              </a:buClr>
              <a:buSzPts val="1000"/>
              <a:buFont typeface="Instrument Sans"/>
              <a:buChar char="■"/>
              <a:defRPr sz="1000"/>
            </a:lvl3pPr>
            <a:lvl4pPr indent="-292100" lvl="3" marL="1828800">
              <a:lnSpc>
                <a:spcPct val="115000"/>
              </a:lnSpc>
              <a:spcBef>
                <a:spcPts val="800"/>
              </a:spcBef>
              <a:spcAft>
                <a:spcPts val="0"/>
              </a:spcAft>
              <a:buClr>
                <a:schemeClr val="dk1"/>
              </a:buClr>
              <a:buSzPts val="1000"/>
              <a:buFont typeface="Instrument Sans"/>
              <a:buChar char="●"/>
              <a:defRPr sz="1000"/>
            </a:lvl4pPr>
            <a:lvl5pPr indent="-292100" lvl="4" marL="2286000">
              <a:lnSpc>
                <a:spcPct val="115000"/>
              </a:lnSpc>
              <a:spcBef>
                <a:spcPts val="800"/>
              </a:spcBef>
              <a:spcAft>
                <a:spcPts val="0"/>
              </a:spcAft>
              <a:buClr>
                <a:schemeClr val="dk1"/>
              </a:buClr>
              <a:buSzPts val="1000"/>
              <a:buFont typeface="Instrument Sans"/>
              <a:buChar char="○"/>
              <a:defRPr sz="1000"/>
            </a:lvl5pPr>
            <a:lvl6pPr indent="-292100" lvl="5" marL="2743200">
              <a:lnSpc>
                <a:spcPct val="115000"/>
              </a:lnSpc>
              <a:spcBef>
                <a:spcPts val="800"/>
              </a:spcBef>
              <a:spcAft>
                <a:spcPts val="0"/>
              </a:spcAft>
              <a:buClr>
                <a:schemeClr val="dk1"/>
              </a:buClr>
              <a:buSzPts val="1000"/>
              <a:buFont typeface="Instrument Sans"/>
              <a:buChar char="■"/>
              <a:defRPr sz="1000"/>
            </a:lvl6pPr>
            <a:lvl7pPr indent="-292100" lvl="6" marL="3200400">
              <a:lnSpc>
                <a:spcPct val="115000"/>
              </a:lnSpc>
              <a:spcBef>
                <a:spcPts val="800"/>
              </a:spcBef>
              <a:spcAft>
                <a:spcPts val="0"/>
              </a:spcAft>
              <a:buClr>
                <a:schemeClr val="dk1"/>
              </a:buClr>
              <a:buSzPts val="1000"/>
              <a:buFont typeface="Instrument Sans"/>
              <a:buChar char="●"/>
              <a:defRPr sz="1000"/>
            </a:lvl7pPr>
            <a:lvl8pPr indent="-292100" lvl="7" marL="3657600">
              <a:lnSpc>
                <a:spcPct val="115000"/>
              </a:lnSpc>
              <a:spcBef>
                <a:spcPts val="800"/>
              </a:spcBef>
              <a:spcAft>
                <a:spcPts val="0"/>
              </a:spcAft>
              <a:buClr>
                <a:schemeClr val="dk1"/>
              </a:buClr>
              <a:buSzPts val="1000"/>
              <a:buFont typeface="Instrument Sans"/>
              <a:buChar char="○"/>
              <a:defRPr sz="1000"/>
            </a:lvl8pPr>
            <a:lvl9pPr indent="-292100" lvl="8" marL="4114800">
              <a:lnSpc>
                <a:spcPct val="115000"/>
              </a:lnSpc>
              <a:spcBef>
                <a:spcPts val="800"/>
              </a:spcBef>
              <a:spcAft>
                <a:spcPts val="800"/>
              </a:spcAft>
              <a:buClr>
                <a:schemeClr val="dk1"/>
              </a:buClr>
              <a:buSzPts val="1000"/>
              <a:buFont typeface="Instrument Sans"/>
              <a:buChar char="■"/>
              <a:defRPr sz="1000"/>
            </a:lvl9pPr>
          </a:lstStyle>
          <a:p/>
        </p:txBody>
      </p:sp>
      <p:sp>
        <p:nvSpPr>
          <p:cNvPr id="107" name="Google Shape;107;p11"/>
          <p:cNvSpPr txBox="1"/>
          <p:nvPr>
            <p:ph idx="14" type="subTitle"/>
          </p:nvPr>
        </p:nvSpPr>
        <p:spPr>
          <a:xfrm>
            <a:off x="935663" y="4080550"/>
            <a:ext cx="2709300" cy="153900"/>
          </a:xfrm>
          <a:prstGeom prst="rect">
            <a:avLst/>
          </a:prstGeom>
        </p:spPr>
        <p:txBody>
          <a:bodyPr anchorCtr="0" anchor="t" bIns="0" lIns="0" spcFirstLastPara="1" rIns="0" wrap="square" tIns="0">
            <a:noAutofit/>
          </a:bodyPr>
          <a:lstStyle>
            <a:lvl1pPr lvl="0">
              <a:spcBef>
                <a:spcPts val="0"/>
              </a:spcBef>
              <a:spcAft>
                <a:spcPts val="0"/>
              </a:spcAft>
              <a:buNone/>
              <a:defRPr sz="1000">
                <a:latin typeface="Tomorrow Medium"/>
                <a:ea typeface="Tomorrow Medium"/>
                <a:cs typeface="Tomorrow Medium"/>
                <a:sym typeface="Tomorrow Medium"/>
              </a:defRPr>
            </a:lvl1pPr>
            <a:lvl2pPr lvl="1">
              <a:spcBef>
                <a:spcPts val="0"/>
              </a:spcBef>
              <a:spcAft>
                <a:spcPts val="0"/>
              </a:spcAft>
              <a:buNone/>
              <a:defRPr sz="1000">
                <a:solidFill>
                  <a:schemeClr val="accent1"/>
                </a:solidFill>
                <a:latin typeface="Tomorrow Medium"/>
                <a:ea typeface="Tomorrow Medium"/>
                <a:cs typeface="Tomorrow Medium"/>
                <a:sym typeface="Tomorrow Medium"/>
              </a:defRPr>
            </a:lvl2pPr>
            <a:lvl3pPr lvl="2">
              <a:spcBef>
                <a:spcPts val="0"/>
              </a:spcBef>
              <a:spcAft>
                <a:spcPts val="0"/>
              </a:spcAft>
              <a:buNone/>
              <a:defRPr sz="1000">
                <a:solidFill>
                  <a:schemeClr val="accent1"/>
                </a:solidFill>
                <a:latin typeface="Tomorrow Medium"/>
                <a:ea typeface="Tomorrow Medium"/>
                <a:cs typeface="Tomorrow Medium"/>
                <a:sym typeface="Tomorrow Medium"/>
              </a:defRPr>
            </a:lvl3pPr>
            <a:lvl4pPr lvl="3">
              <a:spcBef>
                <a:spcPts val="0"/>
              </a:spcBef>
              <a:spcAft>
                <a:spcPts val="0"/>
              </a:spcAft>
              <a:buNone/>
              <a:defRPr sz="1000">
                <a:solidFill>
                  <a:schemeClr val="accent1"/>
                </a:solidFill>
                <a:latin typeface="Tomorrow Medium"/>
                <a:ea typeface="Tomorrow Medium"/>
                <a:cs typeface="Tomorrow Medium"/>
                <a:sym typeface="Tomorrow Medium"/>
              </a:defRPr>
            </a:lvl4pPr>
            <a:lvl5pPr lvl="4">
              <a:spcBef>
                <a:spcPts val="0"/>
              </a:spcBef>
              <a:spcAft>
                <a:spcPts val="0"/>
              </a:spcAft>
              <a:buNone/>
              <a:defRPr sz="1000">
                <a:solidFill>
                  <a:schemeClr val="accent1"/>
                </a:solidFill>
                <a:latin typeface="Tomorrow Medium"/>
                <a:ea typeface="Tomorrow Medium"/>
                <a:cs typeface="Tomorrow Medium"/>
                <a:sym typeface="Tomorrow Medium"/>
              </a:defRPr>
            </a:lvl5pPr>
            <a:lvl6pPr lvl="5">
              <a:spcBef>
                <a:spcPts val="0"/>
              </a:spcBef>
              <a:spcAft>
                <a:spcPts val="0"/>
              </a:spcAft>
              <a:buNone/>
              <a:defRPr sz="1000">
                <a:solidFill>
                  <a:schemeClr val="accent1"/>
                </a:solidFill>
                <a:latin typeface="Tomorrow Medium"/>
                <a:ea typeface="Tomorrow Medium"/>
                <a:cs typeface="Tomorrow Medium"/>
                <a:sym typeface="Tomorrow Medium"/>
              </a:defRPr>
            </a:lvl6pPr>
            <a:lvl7pPr lvl="6">
              <a:spcBef>
                <a:spcPts val="0"/>
              </a:spcBef>
              <a:spcAft>
                <a:spcPts val="0"/>
              </a:spcAft>
              <a:buNone/>
              <a:defRPr sz="1000">
                <a:solidFill>
                  <a:schemeClr val="accent1"/>
                </a:solidFill>
                <a:latin typeface="Tomorrow Medium"/>
                <a:ea typeface="Tomorrow Medium"/>
                <a:cs typeface="Tomorrow Medium"/>
                <a:sym typeface="Tomorrow Medium"/>
              </a:defRPr>
            </a:lvl7pPr>
            <a:lvl8pPr lvl="7">
              <a:spcBef>
                <a:spcPts val="0"/>
              </a:spcBef>
              <a:spcAft>
                <a:spcPts val="0"/>
              </a:spcAft>
              <a:buNone/>
              <a:defRPr sz="1000">
                <a:solidFill>
                  <a:schemeClr val="accent1"/>
                </a:solidFill>
                <a:latin typeface="Tomorrow Medium"/>
                <a:ea typeface="Tomorrow Medium"/>
                <a:cs typeface="Tomorrow Medium"/>
                <a:sym typeface="Tomorrow Medium"/>
              </a:defRPr>
            </a:lvl8pPr>
            <a:lvl9pPr lvl="8">
              <a:spcBef>
                <a:spcPts val="0"/>
              </a:spcBef>
              <a:spcAft>
                <a:spcPts val="0"/>
              </a:spcAft>
              <a:buNone/>
              <a:defRPr sz="1000">
                <a:solidFill>
                  <a:schemeClr val="accent1"/>
                </a:solidFill>
                <a:latin typeface="Tomorrow Medium"/>
                <a:ea typeface="Tomorrow Medium"/>
                <a:cs typeface="Tomorrow Medium"/>
                <a:sym typeface="Tomorrow Medium"/>
              </a:defRPr>
            </a:lvl9pPr>
          </a:lstStyle>
          <a:p/>
        </p:txBody>
      </p:sp>
      <p:sp>
        <p:nvSpPr>
          <p:cNvPr id="108" name="Google Shape;108;p11"/>
          <p:cNvSpPr txBox="1"/>
          <p:nvPr>
            <p:ph idx="15" type="subTitle"/>
          </p:nvPr>
        </p:nvSpPr>
        <p:spPr>
          <a:xfrm>
            <a:off x="227238" y="4007000"/>
            <a:ext cx="504900" cy="369300"/>
          </a:xfrm>
          <a:prstGeom prst="rect">
            <a:avLst/>
          </a:prstGeom>
        </p:spPr>
        <p:txBody>
          <a:bodyPr anchorCtr="0" anchor="t" bIns="0" lIns="0" spcFirstLastPara="1" rIns="0" wrap="square" tIns="0">
            <a:noAutofit/>
          </a:bodyPr>
          <a:lstStyle>
            <a:lvl1pPr lvl="0">
              <a:spcBef>
                <a:spcPts val="0"/>
              </a:spcBef>
              <a:spcAft>
                <a:spcPts val="0"/>
              </a:spcAft>
              <a:buNone/>
              <a:defRPr sz="3000">
                <a:solidFill>
                  <a:schemeClr val="accent1"/>
                </a:solidFill>
                <a:latin typeface="Tomorrow"/>
                <a:ea typeface="Tomorrow"/>
                <a:cs typeface="Tomorrow"/>
                <a:sym typeface="Tomorrow"/>
              </a:defRPr>
            </a:lvl1pPr>
            <a:lvl2pPr lvl="1">
              <a:spcBef>
                <a:spcPts val="0"/>
              </a:spcBef>
              <a:spcAft>
                <a:spcPts val="0"/>
              </a:spcAft>
              <a:buNone/>
              <a:defRPr sz="3000">
                <a:solidFill>
                  <a:schemeClr val="accent1"/>
                </a:solidFill>
                <a:latin typeface="Tomorrow"/>
                <a:ea typeface="Tomorrow"/>
                <a:cs typeface="Tomorrow"/>
                <a:sym typeface="Tomorrow"/>
              </a:defRPr>
            </a:lvl2pPr>
            <a:lvl3pPr lvl="2">
              <a:spcBef>
                <a:spcPts val="0"/>
              </a:spcBef>
              <a:spcAft>
                <a:spcPts val="0"/>
              </a:spcAft>
              <a:buNone/>
              <a:defRPr sz="3000">
                <a:solidFill>
                  <a:schemeClr val="accent1"/>
                </a:solidFill>
                <a:latin typeface="Tomorrow"/>
                <a:ea typeface="Tomorrow"/>
                <a:cs typeface="Tomorrow"/>
                <a:sym typeface="Tomorrow"/>
              </a:defRPr>
            </a:lvl3pPr>
            <a:lvl4pPr lvl="3">
              <a:spcBef>
                <a:spcPts val="0"/>
              </a:spcBef>
              <a:spcAft>
                <a:spcPts val="0"/>
              </a:spcAft>
              <a:buNone/>
              <a:defRPr sz="3000">
                <a:solidFill>
                  <a:schemeClr val="accent1"/>
                </a:solidFill>
                <a:latin typeface="Tomorrow"/>
                <a:ea typeface="Tomorrow"/>
                <a:cs typeface="Tomorrow"/>
                <a:sym typeface="Tomorrow"/>
              </a:defRPr>
            </a:lvl4pPr>
            <a:lvl5pPr lvl="4">
              <a:spcBef>
                <a:spcPts val="0"/>
              </a:spcBef>
              <a:spcAft>
                <a:spcPts val="0"/>
              </a:spcAft>
              <a:buNone/>
              <a:defRPr sz="3000">
                <a:solidFill>
                  <a:schemeClr val="accent1"/>
                </a:solidFill>
                <a:latin typeface="Tomorrow"/>
                <a:ea typeface="Tomorrow"/>
                <a:cs typeface="Tomorrow"/>
                <a:sym typeface="Tomorrow"/>
              </a:defRPr>
            </a:lvl5pPr>
            <a:lvl6pPr lvl="5">
              <a:spcBef>
                <a:spcPts val="0"/>
              </a:spcBef>
              <a:spcAft>
                <a:spcPts val="0"/>
              </a:spcAft>
              <a:buNone/>
              <a:defRPr sz="3000">
                <a:solidFill>
                  <a:schemeClr val="accent1"/>
                </a:solidFill>
                <a:latin typeface="Tomorrow"/>
                <a:ea typeface="Tomorrow"/>
                <a:cs typeface="Tomorrow"/>
                <a:sym typeface="Tomorrow"/>
              </a:defRPr>
            </a:lvl6pPr>
            <a:lvl7pPr lvl="6">
              <a:spcBef>
                <a:spcPts val="0"/>
              </a:spcBef>
              <a:spcAft>
                <a:spcPts val="0"/>
              </a:spcAft>
              <a:buNone/>
              <a:defRPr sz="3000">
                <a:solidFill>
                  <a:schemeClr val="accent1"/>
                </a:solidFill>
                <a:latin typeface="Tomorrow"/>
                <a:ea typeface="Tomorrow"/>
                <a:cs typeface="Tomorrow"/>
                <a:sym typeface="Tomorrow"/>
              </a:defRPr>
            </a:lvl7pPr>
            <a:lvl8pPr lvl="7">
              <a:spcBef>
                <a:spcPts val="0"/>
              </a:spcBef>
              <a:spcAft>
                <a:spcPts val="0"/>
              </a:spcAft>
              <a:buNone/>
              <a:defRPr sz="3000">
                <a:solidFill>
                  <a:schemeClr val="accent1"/>
                </a:solidFill>
                <a:latin typeface="Tomorrow"/>
                <a:ea typeface="Tomorrow"/>
                <a:cs typeface="Tomorrow"/>
                <a:sym typeface="Tomorrow"/>
              </a:defRPr>
            </a:lvl8pPr>
            <a:lvl9pPr lvl="8">
              <a:spcBef>
                <a:spcPts val="0"/>
              </a:spcBef>
              <a:spcAft>
                <a:spcPts val="0"/>
              </a:spcAft>
              <a:buNone/>
              <a:defRPr sz="3000">
                <a:solidFill>
                  <a:schemeClr val="accent1"/>
                </a:solidFill>
                <a:latin typeface="Tomorrow"/>
                <a:ea typeface="Tomorrow"/>
                <a:cs typeface="Tomorrow"/>
                <a:sym typeface="Tomorrow"/>
              </a:defRPr>
            </a:lvl9pPr>
          </a:lstStyle>
          <a:p/>
        </p:txBody>
      </p:sp>
      <p:sp>
        <p:nvSpPr>
          <p:cNvPr id="109" name="Google Shape;109;p11"/>
          <p:cNvSpPr txBox="1"/>
          <p:nvPr>
            <p:ph idx="16" type="body"/>
          </p:nvPr>
        </p:nvSpPr>
        <p:spPr>
          <a:xfrm>
            <a:off x="4651488" y="4080550"/>
            <a:ext cx="4260000" cy="5346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dk1"/>
              </a:buClr>
              <a:buSzPts val="1000"/>
              <a:buFont typeface="Instrument Sans"/>
              <a:buChar char="●"/>
              <a:defRPr sz="1000"/>
            </a:lvl1pPr>
            <a:lvl2pPr indent="-292100" lvl="1" marL="914400">
              <a:lnSpc>
                <a:spcPct val="115000"/>
              </a:lnSpc>
              <a:spcBef>
                <a:spcPts val="800"/>
              </a:spcBef>
              <a:spcAft>
                <a:spcPts val="0"/>
              </a:spcAft>
              <a:buClr>
                <a:schemeClr val="dk1"/>
              </a:buClr>
              <a:buSzPts val="1000"/>
              <a:buFont typeface="Instrument Sans"/>
              <a:buChar char="○"/>
              <a:defRPr sz="1000"/>
            </a:lvl2pPr>
            <a:lvl3pPr indent="-292100" lvl="2" marL="1371600">
              <a:lnSpc>
                <a:spcPct val="115000"/>
              </a:lnSpc>
              <a:spcBef>
                <a:spcPts val="800"/>
              </a:spcBef>
              <a:spcAft>
                <a:spcPts val="0"/>
              </a:spcAft>
              <a:buClr>
                <a:schemeClr val="dk1"/>
              </a:buClr>
              <a:buSzPts val="1000"/>
              <a:buFont typeface="Instrument Sans"/>
              <a:buChar char="■"/>
              <a:defRPr sz="1000"/>
            </a:lvl3pPr>
            <a:lvl4pPr indent="-292100" lvl="3" marL="1828800">
              <a:lnSpc>
                <a:spcPct val="115000"/>
              </a:lnSpc>
              <a:spcBef>
                <a:spcPts val="800"/>
              </a:spcBef>
              <a:spcAft>
                <a:spcPts val="0"/>
              </a:spcAft>
              <a:buClr>
                <a:schemeClr val="dk1"/>
              </a:buClr>
              <a:buSzPts val="1000"/>
              <a:buFont typeface="Instrument Sans"/>
              <a:buChar char="●"/>
              <a:defRPr sz="1000"/>
            </a:lvl4pPr>
            <a:lvl5pPr indent="-292100" lvl="4" marL="2286000">
              <a:lnSpc>
                <a:spcPct val="115000"/>
              </a:lnSpc>
              <a:spcBef>
                <a:spcPts val="800"/>
              </a:spcBef>
              <a:spcAft>
                <a:spcPts val="0"/>
              </a:spcAft>
              <a:buClr>
                <a:schemeClr val="dk1"/>
              </a:buClr>
              <a:buSzPts val="1000"/>
              <a:buFont typeface="Instrument Sans"/>
              <a:buChar char="○"/>
              <a:defRPr sz="1000"/>
            </a:lvl5pPr>
            <a:lvl6pPr indent="-292100" lvl="5" marL="2743200">
              <a:lnSpc>
                <a:spcPct val="115000"/>
              </a:lnSpc>
              <a:spcBef>
                <a:spcPts val="800"/>
              </a:spcBef>
              <a:spcAft>
                <a:spcPts val="0"/>
              </a:spcAft>
              <a:buClr>
                <a:schemeClr val="dk1"/>
              </a:buClr>
              <a:buSzPts val="1000"/>
              <a:buFont typeface="Instrument Sans"/>
              <a:buChar char="■"/>
              <a:defRPr sz="1000"/>
            </a:lvl6pPr>
            <a:lvl7pPr indent="-292100" lvl="6" marL="3200400">
              <a:lnSpc>
                <a:spcPct val="115000"/>
              </a:lnSpc>
              <a:spcBef>
                <a:spcPts val="800"/>
              </a:spcBef>
              <a:spcAft>
                <a:spcPts val="0"/>
              </a:spcAft>
              <a:buClr>
                <a:schemeClr val="dk1"/>
              </a:buClr>
              <a:buSzPts val="1000"/>
              <a:buFont typeface="Instrument Sans"/>
              <a:buChar char="●"/>
              <a:defRPr sz="1000"/>
            </a:lvl7pPr>
            <a:lvl8pPr indent="-292100" lvl="7" marL="3657600">
              <a:lnSpc>
                <a:spcPct val="115000"/>
              </a:lnSpc>
              <a:spcBef>
                <a:spcPts val="800"/>
              </a:spcBef>
              <a:spcAft>
                <a:spcPts val="0"/>
              </a:spcAft>
              <a:buClr>
                <a:schemeClr val="dk1"/>
              </a:buClr>
              <a:buSzPts val="1000"/>
              <a:buFont typeface="Instrument Sans"/>
              <a:buChar char="○"/>
              <a:defRPr sz="1000"/>
            </a:lvl8pPr>
            <a:lvl9pPr indent="-292100" lvl="8" marL="4114800">
              <a:lnSpc>
                <a:spcPct val="115000"/>
              </a:lnSpc>
              <a:spcBef>
                <a:spcPts val="800"/>
              </a:spcBef>
              <a:spcAft>
                <a:spcPts val="800"/>
              </a:spcAft>
              <a:buClr>
                <a:schemeClr val="dk1"/>
              </a:buClr>
              <a:buSzPts val="1000"/>
              <a:buFont typeface="Instrument Sans"/>
              <a:buChar char="■"/>
              <a:defRPr sz="1000"/>
            </a:lvl9pPr>
          </a:lstStyle>
          <a:p/>
        </p:txBody>
      </p:sp>
      <p:sp>
        <p:nvSpPr>
          <p:cNvPr id="110" name="Google Shape;110;p11"/>
          <p:cNvSpPr txBox="1"/>
          <p:nvPr>
            <p:ph idx="17"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111" name="Google Shape;111;p11"/>
          <p:cNvSpPr txBox="1"/>
          <p:nvPr>
            <p:ph idx="18"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112" name="Google Shape;112;p11"/>
          <p:cNvSpPr txBox="1"/>
          <p:nvPr>
            <p:ph idx="19"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1">
  <p:cSld name="BLANK_1_1_1_1_1_1_1_1_2_1_1">
    <p:spTree>
      <p:nvGrpSpPr>
        <p:cNvPr id="113" name="Shape 113"/>
        <p:cNvGrpSpPr/>
        <p:nvPr/>
      </p:nvGrpSpPr>
      <p:grpSpPr>
        <a:xfrm>
          <a:off x="0" y="0"/>
          <a:ext cx="0" cy="0"/>
          <a:chOff x="0" y="0"/>
          <a:chExt cx="0" cy="0"/>
        </a:xfrm>
      </p:grpSpPr>
      <p:sp>
        <p:nvSpPr>
          <p:cNvPr id="114" name="Google Shape;114;p12"/>
          <p:cNvSpPr/>
          <p:nvPr/>
        </p:nvSpPr>
        <p:spPr>
          <a:xfrm>
            <a:off x="228575" y="220050"/>
            <a:ext cx="8686800" cy="44832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15" name="Google Shape;115;p12"/>
          <p:cNvSpPr txBox="1"/>
          <p:nvPr>
            <p:ph idx="1" type="body"/>
          </p:nvPr>
        </p:nvSpPr>
        <p:spPr>
          <a:xfrm>
            <a:off x="2314575" y="1961850"/>
            <a:ext cx="3222000" cy="25455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dk1"/>
              </a:buClr>
              <a:buSzPts val="1000"/>
              <a:buFont typeface="Instrument Sans"/>
              <a:buChar char="●"/>
              <a:defRPr sz="1000"/>
            </a:lvl1pPr>
            <a:lvl2pPr indent="-292100" lvl="1" marL="914400">
              <a:lnSpc>
                <a:spcPct val="115000"/>
              </a:lnSpc>
              <a:spcBef>
                <a:spcPts val="800"/>
              </a:spcBef>
              <a:spcAft>
                <a:spcPts val="0"/>
              </a:spcAft>
              <a:buClr>
                <a:schemeClr val="dk1"/>
              </a:buClr>
              <a:buSzPts val="1000"/>
              <a:buFont typeface="Instrument Sans"/>
              <a:buChar char="○"/>
              <a:defRPr sz="1000"/>
            </a:lvl2pPr>
            <a:lvl3pPr indent="-292100" lvl="2" marL="1371600">
              <a:lnSpc>
                <a:spcPct val="115000"/>
              </a:lnSpc>
              <a:spcBef>
                <a:spcPts val="800"/>
              </a:spcBef>
              <a:spcAft>
                <a:spcPts val="0"/>
              </a:spcAft>
              <a:buClr>
                <a:schemeClr val="dk1"/>
              </a:buClr>
              <a:buSzPts val="1000"/>
              <a:buFont typeface="Instrument Sans"/>
              <a:buChar char="■"/>
              <a:defRPr sz="1000"/>
            </a:lvl3pPr>
            <a:lvl4pPr indent="-292100" lvl="3" marL="1828800">
              <a:lnSpc>
                <a:spcPct val="115000"/>
              </a:lnSpc>
              <a:spcBef>
                <a:spcPts val="800"/>
              </a:spcBef>
              <a:spcAft>
                <a:spcPts val="0"/>
              </a:spcAft>
              <a:buClr>
                <a:schemeClr val="dk1"/>
              </a:buClr>
              <a:buSzPts val="1000"/>
              <a:buFont typeface="Instrument Sans"/>
              <a:buChar char="●"/>
              <a:defRPr sz="1000"/>
            </a:lvl4pPr>
            <a:lvl5pPr indent="-292100" lvl="4" marL="2286000">
              <a:lnSpc>
                <a:spcPct val="115000"/>
              </a:lnSpc>
              <a:spcBef>
                <a:spcPts val="800"/>
              </a:spcBef>
              <a:spcAft>
                <a:spcPts val="0"/>
              </a:spcAft>
              <a:buClr>
                <a:schemeClr val="dk1"/>
              </a:buClr>
              <a:buSzPts val="1000"/>
              <a:buFont typeface="Instrument Sans"/>
              <a:buChar char="○"/>
              <a:defRPr sz="1000"/>
            </a:lvl5pPr>
            <a:lvl6pPr indent="-292100" lvl="5" marL="2743200">
              <a:lnSpc>
                <a:spcPct val="115000"/>
              </a:lnSpc>
              <a:spcBef>
                <a:spcPts val="800"/>
              </a:spcBef>
              <a:spcAft>
                <a:spcPts val="0"/>
              </a:spcAft>
              <a:buClr>
                <a:schemeClr val="dk1"/>
              </a:buClr>
              <a:buSzPts val="1000"/>
              <a:buFont typeface="Instrument Sans"/>
              <a:buChar char="■"/>
              <a:defRPr sz="1000"/>
            </a:lvl6pPr>
            <a:lvl7pPr indent="-292100" lvl="6" marL="3200400">
              <a:lnSpc>
                <a:spcPct val="115000"/>
              </a:lnSpc>
              <a:spcBef>
                <a:spcPts val="800"/>
              </a:spcBef>
              <a:spcAft>
                <a:spcPts val="0"/>
              </a:spcAft>
              <a:buClr>
                <a:schemeClr val="dk1"/>
              </a:buClr>
              <a:buSzPts val="1000"/>
              <a:buFont typeface="Instrument Sans"/>
              <a:buChar char="●"/>
              <a:defRPr sz="1000"/>
            </a:lvl7pPr>
            <a:lvl8pPr indent="-292100" lvl="7" marL="3657600">
              <a:lnSpc>
                <a:spcPct val="115000"/>
              </a:lnSpc>
              <a:spcBef>
                <a:spcPts val="800"/>
              </a:spcBef>
              <a:spcAft>
                <a:spcPts val="0"/>
              </a:spcAft>
              <a:buClr>
                <a:schemeClr val="dk1"/>
              </a:buClr>
              <a:buSzPts val="1000"/>
              <a:buFont typeface="Instrument Sans"/>
              <a:buChar char="○"/>
              <a:defRPr sz="1000"/>
            </a:lvl8pPr>
            <a:lvl9pPr indent="-292100" lvl="8" marL="4114800">
              <a:lnSpc>
                <a:spcPct val="115000"/>
              </a:lnSpc>
              <a:spcBef>
                <a:spcPts val="800"/>
              </a:spcBef>
              <a:spcAft>
                <a:spcPts val="800"/>
              </a:spcAft>
              <a:buClr>
                <a:schemeClr val="dk1"/>
              </a:buClr>
              <a:buSzPts val="1000"/>
              <a:buFont typeface="Instrument Sans"/>
              <a:buChar char="■"/>
              <a:defRPr sz="1000"/>
            </a:lvl9pPr>
          </a:lstStyle>
          <a:p/>
        </p:txBody>
      </p:sp>
      <p:sp>
        <p:nvSpPr>
          <p:cNvPr id="116" name="Google Shape;116;p12"/>
          <p:cNvSpPr txBox="1"/>
          <p:nvPr>
            <p:ph idx="2" type="subTitle"/>
          </p:nvPr>
        </p:nvSpPr>
        <p:spPr>
          <a:xfrm>
            <a:off x="2314575" y="1660050"/>
            <a:ext cx="3222000" cy="184800"/>
          </a:xfrm>
          <a:prstGeom prst="rect">
            <a:avLst/>
          </a:prstGeom>
        </p:spPr>
        <p:txBody>
          <a:bodyPr anchorCtr="0" anchor="t" bIns="0" lIns="0" spcFirstLastPara="1" rIns="0" wrap="square" tIns="0">
            <a:noAutofit/>
          </a:bodyPr>
          <a:lstStyle>
            <a:lvl1pPr lvl="0">
              <a:spcBef>
                <a:spcPts val="0"/>
              </a:spcBef>
              <a:spcAft>
                <a:spcPts val="0"/>
              </a:spcAft>
              <a:buNone/>
              <a:defRPr sz="1200">
                <a:latin typeface="Tomorrow Medium"/>
                <a:ea typeface="Tomorrow Medium"/>
                <a:cs typeface="Tomorrow Medium"/>
                <a:sym typeface="Tomorrow Medium"/>
              </a:defRPr>
            </a:lvl1pPr>
            <a:lvl2pPr lvl="1">
              <a:spcBef>
                <a:spcPts val="0"/>
              </a:spcBef>
              <a:spcAft>
                <a:spcPts val="0"/>
              </a:spcAft>
              <a:buNone/>
              <a:defRPr sz="1200">
                <a:latin typeface="Tomorrow Medium"/>
                <a:ea typeface="Tomorrow Medium"/>
                <a:cs typeface="Tomorrow Medium"/>
                <a:sym typeface="Tomorrow Medium"/>
              </a:defRPr>
            </a:lvl2pPr>
            <a:lvl3pPr lvl="2">
              <a:spcBef>
                <a:spcPts val="0"/>
              </a:spcBef>
              <a:spcAft>
                <a:spcPts val="0"/>
              </a:spcAft>
              <a:buNone/>
              <a:defRPr sz="1200">
                <a:latin typeface="Tomorrow Medium"/>
                <a:ea typeface="Tomorrow Medium"/>
                <a:cs typeface="Tomorrow Medium"/>
                <a:sym typeface="Tomorrow Medium"/>
              </a:defRPr>
            </a:lvl3pPr>
            <a:lvl4pPr lvl="3">
              <a:spcBef>
                <a:spcPts val="0"/>
              </a:spcBef>
              <a:spcAft>
                <a:spcPts val="0"/>
              </a:spcAft>
              <a:buNone/>
              <a:defRPr sz="1200">
                <a:latin typeface="Tomorrow Medium"/>
                <a:ea typeface="Tomorrow Medium"/>
                <a:cs typeface="Tomorrow Medium"/>
                <a:sym typeface="Tomorrow Medium"/>
              </a:defRPr>
            </a:lvl4pPr>
            <a:lvl5pPr lvl="4">
              <a:spcBef>
                <a:spcPts val="0"/>
              </a:spcBef>
              <a:spcAft>
                <a:spcPts val="0"/>
              </a:spcAft>
              <a:buNone/>
              <a:defRPr sz="1200">
                <a:latin typeface="Tomorrow Medium"/>
                <a:ea typeface="Tomorrow Medium"/>
                <a:cs typeface="Tomorrow Medium"/>
                <a:sym typeface="Tomorrow Medium"/>
              </a:defRPr>
            </a:lvl5pPr>
            <a:lvl6pPr lvl="5">
              <a:spcBef>
                <a:spcPts val="0"/>
              </a:spcBef>
              <a:spcAft>
                <a:spcPts val="0"/>
              </a:spcAft>
              <a:buNone/>
              <a:defRPr sz="1200">
                <a:latin typeface="Tomorrow Medium"/>
                <a:ea typeface="Tomorrow Medium"/>
                <a:cs typeface="Tomorrow Medium"/>
                <a:sym typeface="Tomorrow Medium"/>
              </a:defRPr>
            </a:lvl6pPr>
            <a:lvl7pPr lvl="6">
              <a:spcBef>
                <a:spcPts val="0"/>
              </a:spcBef>
              <a:spcAft>
                <a:spcPts val="0"/>
              </a:spcAft>
              <a:buNone/>
              <a:defRPr sz="1200">
                <a:latin typeface="Tomorrow Medium"/>
                <a:ea typeface="Tomorrow Medium"/>
                <a:cs typeface="Tomorrow Medium"/>
                <a:sym typeface="Tomorrow Medium"/>
              </a:defRPr>
            </a:lvl7pPr>
            <a:lvl8pPr lvl="7">
              <a:spcBef>
                <a:spcPts val="0"/>
              </a:spcBef>
              <a:spcAft>
                <a:spcPts val="0"/>
              </a:spcAft>
              <a:buNone/>
              <a:defRPr sz="1200">
                <a:latin typeface="Tomorrow Medium"/>
                <a:ea typeface="Tomorrow Medium"/>
                <a:cs typeface="Tomorrow Medium"/>
                <a:sym typeface="Tomorrow Medium"/>
              </a:defRPr>
            </a:lvl8pPr>
            <a:lvl9pPr lvl="8">
              <a:spcBef>
                <a:spcPts val="0"/>
              </a:spcBef>
              <a:spcAft>
                <a:spcPts val="0"/>
              </a:spcAft>
              <a:buNone/>
              <a:defRPr sz="1200">
                <a:latin typeface="Tomorrow Medium"/>
                <a:ea typeface="Tomorrow Medium"/>
                <a:cs typeface="Tomorrow Medium"/>
                <a:sym typeface="Tomorrow Medium"/>
              </a:defRPr>
            </a:lvl9pPr>
          </a:lstStyle>
          <a:p/>
        </p:txBody>
      </p:sp>
      <p:sp>
        <p:nvSpPr>
          <p:cNvPr id="117" name="Google Shape;117;p12"/>
          <p:cNvSpPr/>
          <p:nvPr>
            <p:ph idx="3" type="pic"/>
          </p:nvPr>
        </p:nvSpPr>
        <p:spPr>
          <a:xfrm>
            <a:off x="5779150" y="1660075"/>
            <a:ext cx="2937300" cy="2847300"/>
          </a:xfrm>
          <a:prstGeom prst="rect">
            <a:avLst/>
          </a:prstGeom>
          <a:noFill/>
          <a:ln>
            <a:noFill/>
          </a:ln>
        </p:spPr>
      </p:sp>
      <p:sp>
        <p:nvSpPr>
          <p:cNvPr id="118" name="Google Shape;118;p12"/>
          <p:cNvSpPr txBox="1"/>
          <p:nvPr>
            <p:ph idx="4" type="subTitle"/>
          </p:nvPr>
        </p:nvSpPr>
        <p:spPr>
          <a:xfrm>
            <a:off x="1443025" y="469375"/>
            <a:ext cx="4554300" cy="369300"/>
          </a:xfrm>
          <a:prstGeom prst="rect">
            <a:avLst/>
          </a:prstGeom>
        </p:spPr>
        <p:txBody>
          <a:bodyPr anchorCtr="0" anchor="t"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19" name="Google Shape;119;p12"/>
          <p:cNvSpPr txBox="1"/>
          <p:nvPr>
            <p:ph idx="5" type="subTitle"/>
          </p:nvPr>
        </p:nvSpPr>
        <p:spPr>
          <a:xfrm>
            <a:off x="609725" y="2991325"/>
            <a:ext cx="1230000" cy="184800"/>
          </a:xfrm>
          <a:prstGeom prst="rect">
            <a:avLst/>
          </a:prstGeom>
        </p:spPr>
        <p:txBody>
          <a:bodyPr anchorCtr="0" anchor="t" bIns="0" lIns="0" spcFirstLastPara="1" rIns="0" wrap="square" tIns="0">
            <a:noAutofit/>
          </a:bodyPr>
          <a:lstStyle>
            <a:lvl1pPr lvl="0">
              <a:spcBef>
                <a:spcPts val="0"/>
              </a:spcBef>
              <a:spcAft>
                <a:spcPts val="0"/>
              </a:spcAft>
              <a:buNone/>
              <a:defRPr sz="1000">
                <a:latin typeface="Tomorrow Medium"/>
                <a:ea typeface="Tomorrow Medium"/>
                <a:cs typeface="Tomorrow Medium"/>
                <a:sym typeface="Tomorrow Medium"/>
              </a:defRPr>
            </a:lvl1pPr>
            <a:lvl2pPr lvl="1">
              <a:spcBef>
                <a:spcPts val="0"/>
              </a:spcBef>
              <a:spcAft>
                <a:spcPts val="0"/>
              </a:spcAft>
              <a:buNone/>
              <a:defRPr sz="1000">
                <a:latin typeface="Tomorrow Medium"/>
                <a:ea typeface="Tomorrow Medium"/>
                <a:cs typeface="Tomorrow Medium"/>
                <a:sym typeface="Tomorrow Medium"/>
              </a:defRPr>
            </a:lvl2pPr>
            <a:lvl3pPr lvl="2">
              <a:spcBef>
                <a:spcPts val="0"/>
              </a:spcBef>
              <a:spcAft>
                <a:spcPts val="0"/>
              </a:spcAft>
              <a:buNone/>
              <a:defRPr sz="1000">
                <a:latin typeface="Tomorrow Medium"/>
                <a:ea typeface="Tomorrow Medium"/>
                <a:cs typeface="Tomorrow Medium"/>
                <a:sym typeface="Tomorrow Medium"/>
              </a:defRPr>
            </a:lvl3pPr>
            <a:lvl4pPr lvl="3">
              <a:spcBef>
                <a:spcPts val="0"/>
              </a:spcBef>
              <a:spcAft>
                <a:spcPts val="0"/>
              </a:spcAft>
              <a:buNone/>
              <a:defRPr sz="1000">
                <a:latin typeface="Tomorrow Medium"/>
                <a:ea typeface="Tomorrow Medium"/>
                <a:cs typeface="Tomorrow Medium"/>
                <a:sym typeface="Tomorrow Medium"/>
              </a:defRPr>
            </a:lvl4pPr>
            <a:lvl5pPr lvl="4">
              <a:spcBef>
                <a:spcPts val="0"/>
              </a:spcBef>
              <a:spcAft>
                <a:spcPts val="0"/>
              </a:spcAft>
              <a:buNone/>
              <a:defRPr sz="1000">
                <a:latin typeface="Tomorrow Medium"/>
                <a:ea typeface="Tomorrow Medium"/>
                <a:cs typeface="Tomorrow Medium"/>
                <a:sym typeface="Tomorrow Medium"/>
              </a:defRPr>
            </a:lvl5pPr>
            <a:lvl6pPr lvl="5">
              <a:spcBef>
                <a:spcPts val="0"/>
              </a:spcBef>
              <a:spcAft>
                <a:spcPts val="0"/>
              </a:spcAft>
              <a:buNone/>
              <a:defRPr sz="1000">
                <a:latin typeface="Tomorrow Medium"/>
                <a:ea typeface="Tomorrow Medium"/>
                <a:cs typeface="Tomorrow Medium"/>
                <a:sym typeface="Tomorrow Medium"/>
              </a:defRPr>
            </a:lvl6pPr>
            <a:lvl7pPr lvl="6">
              <a:spcBef>
                <a:spcPts val="0"/>
              </a:spcBef>
              <a:spcAft>
                <a:spcPts val="0"/>
              </a:spcAft>
              <a:buNone/>
              <a:defRPr sz="1000">
                <a:latin typeface="Tomorrow Medium"/>
                <a:ea typeface="Tomorrow Medium"/>
                <a:cs typeface="Tomorrow Medium"/>
                <a:sym typeface="Tomorrow Medium"/>
              </a:defRPr>
            </a:lvl7pPr>
            <a:lvl8pPr lvl="7">
              <a:spcBef>
                <a:spcPts val="0"/>
              </a:spcBef>
              <a:spcAft>
                <a:spcPts val="0"/>
              </a:spcAft>
              <a:buNone/>
              <a:defRPr sz="1000">
                <a:latin typeface="Tomorrow Medium"/>
                <a:ea typeface="Tomorrow Medium"/>
                <a:cs typeface="Tomorrow Medium"/>
                <a:sym typeface="Tomorrow Medium"/>
              </a:defRPr>
            </a:lvl8pPr>
            <a:lvl9pPr lvl="8">
              <a:spcBef>
                <a:spcPts val="0"/>
              </a:spcBef>
              <a:spcAft>
                <a:spcPts val="0"/>
              </a:spcAft>
              <a:buNone/>
              <a:defRPr sz="1000">
                <a:latin typeface="Tomorrow Medium"/>
                <a:ea typeface="Tomorrow Medium"/>
                <a:cs typeface="Tomorrow Medium"/>
                <a:sym typeface="Tomorrow Medium"/>
              </a:defRPr>
            </a:lvl9pPr>
          </a:lstStyle>
          <a:p/>
        </p:txBody>
      </p:sp>
      <p:sp>
        <p:nvSpPr>
          <p:cNvPr id="120" name="Google Shape;120;p12"/>
          <p:cNvSpPr txBox="1"/>
          <p:nvPr>
            <p:ph idx="6" type="subTitle"/>
          </p:nvPr>
        </p:nvSpPr>
        <p:spPr>
          <a:xfrm>
            <a:off x="780175" y="3786625"/>
            <a:ext cx="1059600" cy="375600"/>
          </a:xfrm>
          <a:prstGeom prst="rect">
            <a:avLst/>
          </a:prstGeom>
        </p:spPr>
        <p:txBody>
          <a:bodyPr anchorCtr="0" anchor="ctr" bIns="0" lIns="0" spcFirstLastPara="1" rIns="0" wrap="square" tIns="0">
            <a:noAutofit/>
          </a:bodyPr>
          <a:lstStyle>
            <a:lvl1pPr lvl="0">
              <a:spcBef>
                <a:spcPts val="0"/>
              </a:spcBef>
              <a:spcAft>
                <a:spcPts val="0"/>
              </a:spcAft>
              <a:buNone/>
              <a:defRPr sz="3000">
                <a:latin typeface="Tomorrow"/>
                <a:ea typeface="Tomorrow"/>
                <a:cs typeface="Tomorrow"/>
                <a:sym typeface="Tomorrow"/>
              </a:defRPr>
            </a:lvl1pPr>
            <a:lvl2pPr lvl="1">
              <a:spcBef>
                <a:spcPts val="0"/>
              </a:spcBef>
              <a:spcAft>
                <a:spcPts val="0"/>
              </a:spcAft>
              <a:buNone/>
              <a:defRPr sz="3000">
                <a:latin typeface="Tomorrow"/>
                <a:ea typeface="Tomorrow"/>
                <a:cs typeface="Tomorrow"/>
                <a:sym typeface="Tomorrow"/>
              </a:defRPr>
            </a:lvl2pPr>
            <a:lvl3pPr lvl="2">
              <a:spcBef>
                <a:spcPts val="0"/>
              </a:spcBef>
              <a:spcAft>
                <a:spcPts val="0"/>
              </a:spcAft>
              <a:buNone/>
              <a:defRPr sz="3000">
                <a:latin typeface="Tomorrow"/>
                <a:ea typeface="Tomorrow"/>
                <a:cs typeface="Tomorrow"/>
                <a:sym typeface="Tomorrow"/>
              </a:defRPr>
            </a:lvl3pPr>
            <a:lvl4pPr lvl="3">
              <a:spcBef>
                <a:spcPts val="0"/>
              </a:spcBef>
              <a:spcAft>
                <a:spcPts val="0"/>
              </a:spcAft>
              <a:buNone/>
              <a:defRPr sz="3000">
                <a:latin typeface="Tomorrow"/>
                <a:ea typeface="Tomorrow"/>
                <a:cs typeface="Tomorrow"/>
                <a:sym typeface="Tomorrow"/>
              </a:defRPr>
            </a:lvl4pPr>
            <a:lvl5pPr lvl="4">
              <a:spcBef>
                <a:spcPts val="0"/>
              </a:spcBef>
              <a:spcAft>
                <a:spcPts val="0"/>
              </a:spcAft>
              <a:buNone/>
              <a:defRPr sz="3000">
                <a:latin typeface="Tomorrow"/>
                <a:ea typeface="Tomorrow"/>
                <a:cs typeface="Tomorrow"/>
                <a:sym typeface="Tomorrow"/>
              </a:defRPr>
            </a:lvl5pPr>
            <a:lvl6pPr lvl="5">
              <a:spcBef>
                <a:spcPts val="0"/>
              </a:spcBef>
              <a:spcAft>
                <a:spcPts val="0"/>
              </a:spcAft>
              <a:buNone/>
              <a:defRPr sz="3000">
                <a:latin typeface="Tomorrow"/>
                <a:ea typeface="Tomorrow"/>
                <a:cs typeface="Tomorrow"/>
                <a:sym typeface="Tomorrow"/>
              </a:defRPr>
            </a:lvl6pPr>
            <a:lvl7pPr lvl="6">
              <a:spcBef>
                <a:spcPts val="0"/>
              </a:spcBef>
              <a:spcAft>
                <a:spcPts val="0"/>
              </a:spcAft>
              <a:buNone/>
              <a:defRPr sz="3000">
                <a:latin typeface="Tomorrow"/>
                <a:ea typeface="Tomorrow"/>
                <a:cs typeface="Tomorrow"/>
                <a:sym typeface="Tomorrow"/>
              </a:defRPr>
            </a:lvl7pPr>
            <a:lvl8pPr lvl="7">
              <a:spcBef>
                <a:spcPts val="0"/>
              </a:spcBef>
              <a:spcAft>
                <a:spcPts val="0"/>
              </a:spcAft>
              <a:buNone/>
              <a:defRPr sz="3000">
                <a:latin typeface="Tomorrow"/>
                <a:ea typeface="Tomorrow"/>
                <a:cs typeface="Tomorrow"/>
                <a:sym typeface="Tomorrow"/>
              </a:defRPr>
            </a:lvl8pPr>
            <a:lvl9pPr lvl="8">
              <a:spcBef>
                <a:spcPts val="0"/>
              </a:spcBef>
              <a:spcAft>
                <a:spcPts val="0"/>
              </a:spcAft>
              <a:buNone/>
              <a:defRPr sz="3000">
                <a:latin typeface="Tomorrow"/>
                <a:ea typeface="Tomorrow"/>
                <a:cs typeface="Tomorrow"/>
                <a:sym typeface="Tomorrow"/>
              </a:defRPr>
            </a:lvl9pPr>
          </a:lstStyle>
          <a:p/>
        </p:txBody>
      </p:sp>
      <p:sp>
        <p:nvSpPr>
          <p:cNvPr id="121" name="Google Shape;121;p12"/>
          <p:cNvSpPr txBox="1"/>
          <p:nvPr>
            <p:ph idx="7" type="subTitle"/>
          </p:nvPr>
        </p:nvSpPr>
        <p:spPr>
          <a:xfrm>
            <a:off x="780175" y="1811350"/>
            <a:ext cx="1059600" cy="375600"/>
          </a:xfrm>
          <a:prstGeom prst="rect">
            <a:avLst/>
          </a:prstGeom>
        </p:spPr>
        <p:txBody>
          <a:bodyPr anchorCtr="0" anchor="ctr" bIns="0" lIns="0" spcFirstLastPara="1" rIns="0" wrap="square" tIns="0">
            <a:noAutofit/>
          </a:bodyPr>
          <a:lstStyle>
            <a:lvl1pPr lvl="0" algn="l">
              <a:spcBef>
                <a:spcPts val="0"/>
              </a:spcBef>
              <a:spcAft>
                <a:spcPts val="0"/>
              </a:spcAft>
              <a:buNone/>
              <a:defRPr sz="3000">
                <a:latin typeface="Tomorrow"/>
                <a:ea typeface="Tomorrow"/>
                <a:cs typeface="Tomorrow"/>
                <a:sym typeface="Tomorrow"/>
              </a:defRPr>
            </a:lvl1pPr>
            <a:lvl2pPr lvl="1">
              <a:spcBef>
                <a:spcPts val="0"/>
              </a:spcBef>
              <a:spcAft>
                <a:spcPts val="0"/>
              </a:spcAft>
              <a:buNone/>
              <a:defRPr sz="3000">
                <a:latin typeface="Tomorrow"/>
                <a:ea typeface="Tomorrow"/>
                <a:cs typeface="Tomorrow"/>
                <a:sym typeface="Tomorrow"/>
              </a:defRPr>
            </a:lvl2pPr>
            <a:lvl3pPr lvl="2">
              <a:spcBef>
                <a:spcPts val="0"/>
              </a:spcBef>
              <a:spcAft>
                <a:spcPts val="0"/>
              </a:spcAft>
              <a:buNone/>
              <a:defRPr sz="3000">
                <a:latin typeface="Tomorrow"/>
                <a:ea typeface="Tomorrow"/>
                <a:cs typeface="Tomorrow"/>
                <a:sym typeface="Tomorrow"/>
              </a:defRPr>
            </a:lvl3pPr>
            <a:lvl4pPr lvl="3">
              <a:spcBef>
                <a:spcPts val="0"/>
              </a:spcBef>
              <a:spcAft>
                <a:spcPts val="0"/>
              </a:spcAft>
              <a:buNone/>
              <a:defRPr sz="3000">
                <a:latin typeface="Tomorrow"/>
                <a:ea typeface="Tomorrow"/>
                <a:cs typeface="Tomorrow"/>
                <a:sym typeface="Tomorrow"/>
              </a:defRPr>
            </a:lvl4pPr>
            <a:lvl5pPr lvl="4">
              <a:spcBef>
                <a:spcPts val="0"/>
              </a:spcBef>
              <a:spcAft>
                <a:spcPts val="0"/>
              </a:spcAft>
              <a:buNone/>
              <a:defRPr sz="3000">
                <a:latin typeface="Tomorrow"/>
                <a:ea typeface="Tomorrow"/>
                <a:cs typeface="Tomorrow"/>
                <a:sym typeface="Tomorrow"/>
              </a:defRPr>
            </a:lvl5pPr>
            <a:lvl6pPr lvl="5">
              <a:spcBef>
                <a:spcPts val="0"/>
              </a:spcBef>
              <a:spcAft>
                <a:spcPts val="0"/>
              </a:spcAft>
              <a:buNone/>
              <a:defRPr sz="3000">
                <a:latin typeface="Tomorrow"/>
                <a:ea typeface="Tomorrow"/>
                <a:cs typeface="Tomorrow"/>
                <a:sym typeface="Tomorrow"/>
              </a:defRPr>
            </a:lvl6pPr>
            <a:lvl7pPr lvl="6">
              <a:spcBef>
                <a:spcPts val="0"/>
              </a:spcBef>
              <a:spcAft>
                <a:spcPts val="0"/>
              </a:spcAft>
              <a:buNone/>
              <a:defRPr sz="3000">
                <a:latin typeface="Tomorrow"/>
                <a:ea typeface="Tomorrow"/>
                <a:cs typeface="Tomorrow"/>
                <a:sym typeface="Tomorrow"/>
              </a:defRPr>
            </a:lvl7pPr>
            <a:lvl8pPr lvl="7">
              <a:spcBef>
                <a:spcPts val="0"/>
              </a:spcBef>
              <a:spcAft>
                <a:spcPts val="0"/>
              </a:spcAft>
              <a:buNone/>
              <a:defRPr sz="3000">
                <a:latin typeface="Tomorrow"/>
                <a:ea typeface="Tomorrow"/>
                <a:cs typeface="Tomorrow"/>
                <a:sym typeface="Tomorrow"/>
              </a:defRPr>
            </a:lvl8pPr>
            <a:lvl9pPr lvl="8">
              <a:spcBef>
                <a:spcPts val="0"/>
              </a:spcBef>
              <a:spcAft>
                <a:spcPts val="0"/>
              </a:spcAft>
              <a:buNone/>
              <a:defRPr sz="3000">
                <a:latin typeface="Tomorrow"/>
                <a:ea typeface="Tomorrow"/>
                <a:cs typeface="Tomorrow"/>
                <a:sym typeface="Tomorrow"/>
              </a:defRPr>
            </a:lvl9pPr>
          </a:lstStyle>
          <a:p/>
        </p:txBody>
      </p:sp>
      <p:sp>
        <p:nvSpPr>
          <p:cNvPr id="122" name="Google Shape;122;p12"/>
          <p:cNvSpPr txBox="1"/>
          <p:nvPr>
            <p:ph idx="8" type="subTitle"/>
          </p:nvPr>
        </p:nvSpPr>
        <p:spPr>
          <a:xfrm>
            <a:off x="603175" y="2210875"/>
            <a:ext cx="1316700" cy="153900"/>
          </a:xfrm>
          <a:prstGeom prst="rect">
            <a:avLst/>
          </a:prstGeom>
        </p:spPr>
        <p:txBody>
          <a:bodyPr anchorCtr="0" anchor="t" bIns="0" lIns="0" spcFirstLastPara="1" rIns="0" wrap="square" tIns="0">
            <a:noAutofit/>
          </a:bodyPr>
          <a:lstStyle>
            <a:lvl1pPr lvl="0" algn="l">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000">
                <a:latin typeface="Instrument Sans Medium"/>
                <a:ea typeface="Instrument Sans Medium"/>
                <a:cs typeface="Instrument Sans Medium"/>
                <a:sym typeface="Instrument Sans Medium"/>
              </a:defRPr>
            </a:lvl2pPr>
            <a:lvl3pPr lvl="2">
              <a:spcBef>
                <a:spcPts val="0"/>
              </a:spcBef>
              <a:spcAft>
                <a:spcPts val="0"/>
              </a:spcAft>
              <a:buNone/>
              <a:defRPr sz="1000">
                <a:latin typeface="Instrument Sans Medium"/>
                <a:ea typeface="Instrument Sans Medium"/>
                <a:cs typeface="Instrument Sans Medium"/>
                <a:sym typeface="Instrument Sans Medium"/>
              </a:defRPr>
            </a:lvl3pPr>
            <a:lvl4pPr lvl="3">
              <a:spcBef>
                <a:spcPts val="0"/>
              </a:spcBef>
              <a:spcAft>
                <a:spcPts val="0"/>
              </a:spcAft>
              <a:buNone/>
              <a:defRPr sz="1000">
                <a:latin typeface="Instrument Sans Medium"/>
                <a:ea typeface="Instrument Sans Medium"/>
                <a:cs typeface="Instrument Sans Medium"/>
                <a:sym typeface="Instrument Sans Medium"/>
              </a:defRPr>
            </a:lvl4pPr>
            <a:lvl5pPr lvl="4">
              <a:spcBef>
                <a:spcPts val="0"/>
              </a:spcBef>
              <a:spcAft>
                <a:spcPts val="0"/>
              </a:spcAft>
              <a:buNone/>
              <a:defRPr sz="1000">
                <a:latin typeface="Instrument Sans Medium"/>
                <a:ea typeface="Instrument Sans Medium"/>
                <a:cs typeface="Instrument Sans Medium"/>
                <a:sym typeface="Instrument Sans Medium"/>
              </a:defRPr>
            </a:lvl5pPr>
            <a:lvl6pPr lvl="5">
              <a:spcBef>
                <a:spcPts val="0"/>
              </a:spcBef>
              <a:spcAft>
                <a:spcPts val="0"/>
              </a:spcAft>
              <a:buNone/>
              <a:defRPr sz="1000">
                <a:latin typeface="Instrument Sans Medium"/>
                <a:ea typeface="Instrument Sans Medium"/>
                <a:cs typeface="Instrument Sans Medium"/>
                <a:sym typeface="Instrument Sans Medium"/>
              </a:defRPr>
            </a:lvl6pPr>
            <a:lvl7pPr lvl="6">
              <a:spcBef>
                <a:spcPts val="0"/>
              </a:spcBef>
              <a:spcAft>
                <a:spcPts val="0"/>
              </a:spcAft>
              <a:buNone/>
              <a:defRPr sz="1000">
                <a:latin typeface="Instrument Sans Medium"/>
                <a:ea typeface="Instrument Sans Medium"/>
                <a:cs typeface="Instrument Sans Medium"/>
                <a:sym typeface="Instrument Sans Medium"/>
              </a:defRPr>
            </a:lvl7pPr>
            <a:lvl8pPr lvl="7">
              <a:spcBef>
                <a:spcPts val="0"/>
              </a:spcBef>
              <a:spcAft>
                <a:spcPts val="0"/>
              </a:spcAft>
              <a:buNone/>
              <a:defRPr sz="1000">
                <a:latin typeface="Instrument Sans Medium"/>
                <a:ea typeface="Instrument Sans Medium"/>
                <a:cs typeface="Instrument Sans Medium"/>
                <a:sym typeface="Instrument Sans Medium"/>
              </a:defRPr>
            </a:lvl8pPr>
            <a:lvl9pPr lvl="8">
              <a:spcBef>
                <a:spcPts val="0"/>
              </a:spcBef>
              <a:spcAft>
                <a:spcPts val="0"/>
              </a:spcAft>
              <a:buNone/>
              <a:defRPr sz="1000">
                <a:latin typeface="Instrument Sans Medium"/>
                <a:ea typeface="Instrument Sans Medium"/>
                <a:cs typeface="Instrument Sans Medium"/>
                <a:sym typeface="Instrument Sans Medium"/>
              </a:defRPr>
            </a:lvl9pPr>
          </a:lstStyle>
          <a:p/>
        </p:txBody>
      </p:sp>
      <p:sp>
        <p:nvSpPr>
          <p:cNvPr id="123" name="Google Shape;123;p12"/>
          <p:cNvSpPr txBox="1"/>
          <p:nvPr>
            <p:ph idx="9" type="subTitle"/>
          </p:nvPr>
        </p:nvSpPr>
        <p:spPr>
          <a:xfrm>
            <a:off x="603175" y="4184850"/>
            <a:ext cx="1316700" cy="153900"/>
          </a:xfrm>
          <a:prstGeom prst="rect">
            <a:avLst/>
          </a:prstGeom>
        </p:spPr>
        <p:txBody>
          <a:bodyPr anchorCtr="0" anchor="t" bIns="0" lIns="0" spcFirstLastPara="1" rIns="0" wrap="square" tIns="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000">
                <a:latin typeface="Instrument Sans Medium"/>
                <a:ea typeface="Instrument Sans Medium"/>
                <a:cs typeface="Instrument Sans Medium"/>
                <a:sym typeface="Instrument Sans Medium"/>
              </a:defRPr>
            </a:lvl2pPr>
            <a:lvl3pPr lvl="2">
              <a:spcBef>
                <a:spcPts val="0"/>
              </a:spcBef>
              <a:spcAft>
                <a:spcPts val="0"/>
              </a:spcAft>
              <a:buNone/>
              <a:defRPr sz="1000">
                <a:latin typeface="Instrument Sans Medium"/>
                <a:ea typeface="Instrument Sans Medium"/>
                <a:cs typeface="Instrument Sans Medium"/>
                <a:sym typeface="Instrument Sans Medium"/>
              </a:defRPr>
            </a:lvl3pPr>
            <a:lvl4pPr lvl="3">
              <a:spcBef>
                <a:spcPts val="0"/>
              </a:spcBef>
              <a:spcAft>
                <a:spcPts val="0"/>
              </a:spcAft>
              <a:buNone/>
              <a:defRPr sz="1000">
                <a:latin typeface="Instrument Sans Medium"/>
                <a:ea typeface="Instrument Sans Medium"/>
                <a:cs typeface="Instrument Sans Medium"/>
                <a:sym typeface="Instrument Sans Medium"/>
              </a:defRPr>
            </a:lvl4pPr>
            <a:lvl5pPr lvl="4">
              <a:spcBef>
                <a:spcPts val="0"/>
              </a:spcBef>
              <a:spcAft>
                <a:spcPts val="0"/>
              </a:spcAft>
              <a:buNone/>
              <a:defRPr sz="1000">
                <a:latin typeface="Instrument Sans Medium"/>
                <a:ea typeface="Instrument Sans Medium"/>
                <a:cs typeface="Instrument Sans Medium"/>
                <a:sym typeface="Instrument Sans Medium"/>
              </a:defRPr>
            </a:lvl5pPr>
            <a:lvl6pPr lvl="5">
              <a:spcBef>
                <a:spcPts val="0"/>
              </a:spcBef>
              <a:spcAft>
                <a:spcPts val="0"/>
              </a:spcAft>
              <a:buNone/>
              <a:defRPr sz="1000">
                <a:latin typeface="Instrument Sans Medium"/>
                <a:ea typeface="Instrument Sans Medium"/>
                <a:cs typeface="Instrument Sans Medium"/>
                <a:sym typeface="Instrument Sans Medium"/>
              </a:defRPr>
            </a:lvl6pPr>
            <a:lvl7pPr lvl="6">
              <a:spcBef>
                <a:spcPts val="0"/>
              </a:spcBef>
              <a:spcAft>
                <a:spcPts val="0"/>
              </a:spcAft>
              <a:buNone/>
              <a:defRPr sz="1000">
                <a:latin typeface="Instrument Sans Medium"/>
                <a:ea typeface="Instrument Sans Medium"/>
                <a:cs typeface="Instrument Sans Medium"/>
                <a:sym typeface="Instrument Sans Medium"/>
              </a:defRPr>
            </a:lvl7pPr>
            <a:lvl8pPr lvl="7">
              <a:spcBef>
                <a:spcPts val="0"/>
              </a:spcBef>
              <a:spcAft>
                <a:spcPts val="0"/>
              </a:spcAft>
              <a:buNone/>
              <a:defRPr sz="1000">
                <a:latin typeface="Instrument Sans Medium"/>
                <a:ea typeface="Instrument Sans Medium"/>
                <a:cs typeface="Instrument Sans Medium"/>
                <a:sym typeface="Instrument Sans Medium"/>
              </a:defRPr>
            </a:lvl8pPr>
            <a:lvl9pPr lvl="8">
              <a:spcBef>
                <a:spcPts val="0"/>
              </a:spcBef>
              <a:spcAft>
                <a:spcPts val="0"/>
              </a:spcAft>
              <a:buNone/>
              <a:defRPr sz="1000">
                <a:latin typeface="Instrument Sans Medium"/>
                <a:ea typeface="Instrument Sans Medium"/>
                <a:cs typeface="Instrument Sans Medium"/>
                <a:sym typeface="Instrument Sans Medium"/>
              </a:defRPr>
            </a:lvl9pPr>
          </a:lstStyle>
          <a:p/>
        </p:txBody>
      </p:sp>
      <p:sp>
        <p:nvSpPr>
          <p:cNvPr id="124" name="Google Shape;124;p12"/>
          <p:cNvSpPr txBox="1"/>
          <p:nvPr>
            <p:ph type="title"/>
          </p:nvPr>
        </p:nvSpPr>
        <p:spPr>
          <a:xfrm>
            <a:off x="421325" y="358100"/>
            <a:ext cx="823800" cy="5910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solidFill>
                  <a:schemeClr val="accent1"/>
                </a:solidFill>
              </a:defRPr>
            </a:lvl1pPr>
            <a:lvl2pPr lvl="1">
              <a:lnSpc>
                <a:spcPct val="90000"/>
              </a:lnSpc>
              <a:spcBef>
                <a:spcPts val="0"/>
              </a:spcBef>
              <a:spcAft>
                <a:spcPts val="0"/>
              </a:spcAft>
              <a:buNone/>
              <a:defRPr>
                <a:solidFill>
                  <a:schemeClr val="accent1"/>
                </a:solidFill>
              </a:defRPr>
            </a:lvl2pPr>
            <a:lvl3pPr lvl="2">
              <a:lnSpc>
                <a:spcPct val="90000"/>
              </a:lnSpc>
              <a:spcBef>
                <a:spcPts val="0"/>
              </a:spcBef>
              <a:spcAft>
                <a:spcPts val="0"/>
              </a:spcAft>
              <a:buNone/>
              <a:defRPr>
                <a:solidFill>
                  <a:schemeClr val="accent1"/>
                </a:solidFill>
              </a:defRPr>
            </a:lvl3pPr>
            <a:lvl4pPr lvl="3">
              <a:lnSpc>
                <a:spcPct val="90000"/>
              </a:lnSpc>
              <a:spcBef>
                <a:spcPts val="0"/>
              </a:spcBef>
              <a:spcAft>
                <a:spcPts val="0"/>
              </a:spcAft>
              <a:buNone/>
              <a:defRPr>
                <a:solidFill>
                  <a:schemeClr val="accent1"/>
                </a:solidFill>
              </a:defRPr>
            </a:lvl4pPr>
            <a:lvl5pPr lvl="4">
              <a:lnSpc>
                <a:spcPct val="90000"/>
              </a:lnSpc>
              <a:spcBef>
                <a:spcPts val="0"/>
              </a:spcBef>
              <a:spcAft>
                <a:spcPts val="0"/>
              </a:spcAft>
              <a:buNone/>
              <a:defRPr>
                <a:solidFill>
                  <a:schemeClr val="accent1"/>
                </a:solidFill>
              </a:defRPr>
            </a:lvl5pPr>
            <a:lvl6pPr lvl="5">
              <a:lnSpc>
                <a:spcPct val="90000"/>
              </a:lnSpc>
              <a:spcBef>
                <a:spcPts val="0"/>
              </a:spcBef>
              <a:spcAft>
                <a:spcPts val="0"/>
              </a:spcAft>
              <a:buNone/>
              <a:defRPr>
                <a:solidFill>
                  <a:schemeClr val="accent1"/>
                </a:solidFill>
              </a:defRPr>
            </a:lvl6pPr>
            <a:lvl7pPr lvl="6">
              <a:lnSpc>
                <a:spcPct val="90000"/>
              </a:lnSpc>
              <a:spcBef>
                <a:spcPts val="0"/>
              </a:spcBef>
              <a:spcAft>
                <a:spcPts val="0"/>
              </a:spcAft>
              <a:buNone/>
              <a:defRPr>
                <a:solidFill>
                  <a:schemeClr val="accent1"/>
                </a:solidFill>
              </a:defRPr>
            </a:lvl7pPr>
            <a:lvl8pPr lvl="7">
              <a:lnSpc>
                <a:spcPct val="90000"/>
              </a:lnSpc>
              <a:spcBef>
                <a:spcPts val="0"/>
              </a:spcBef>
              <a:spcAft>
                <a:spcPts val="0"/>
              </a:spcAft>
              <a:buNone/>
              <a:defRPr>
                <a:solidFill>
                  <a:schemeClr val="accent1"/>
                </a:solidFill>
              </a:defRPr>
            </a:lvl8pPr>
            <a:lvl9pPr lvl="8">
              <a:lnSpc>
                <a:spcPct val="90000"/>
              </a:lnSpc>
              <a:spcBef>
                <a:spcPts val="0"/>
              </a:spcBef>
              <a:spcAft>
                <a:spcPts val="0"/>
              </a:spcAft>
              <a:buNone/>
              <a:defRPr>
                <a:solidFill>
                  <a:schemeClr val="accent1"/>
                </a:solidFill>
              </a:defRPr>
            </a:lvl9pPr>
          </a:lstStyle>
          <a:p/>
        </p:txBody>
      </p:sp>
      <p:sp>
        <p:nvSpPr>
          <p:cNvPr id="125" name="Google Shape;125;p12"/>
          <p:cNvSpPr txBox="1"/>
          <p:nvPr>
            <p:ph idx="13"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126" name="Google Shape;126;p12"/>
          <p:cNvSpPr txBox="1"/>
          <p:nvPr>
            <p:ph idx="14"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127" name="Google Shape;127;p12"/>
          <p:cNvSpPr txBox="1"/>
          <p:nvPr>
            <p:ph idx="15"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2">
  <p:cSld name="BLANK_1_1_1_1_1_1_1_1_2_1_1_1">
    <p:spTree>
      <p:nvGrpSpPr>
        <p:cNvPr id="128" name="Shape 128"/>
        <p:cNvGrpSpPr/>
        <p:nvPr/>
      </p:nvGrpSpPr>
      <p:grpSpPr>
        <a:xfrm>
          <a:off x="0" y="0"/>
          <a:ext cx="0" cy="0"/>
          <a:chOff x="0" y="0"/>
          <a:chExt cx="0" cy="0"/>
        </a:xfrm>
      </p:grpSpPr>
      <p:sp>
        <p:nvSpPr>
          <p:cNvPr id="129" name="Google Shape;129;p13"/>
          <p:cNvSpPr/>
          <p:nvPr/>
        </p:nvSpPr>
        <p:spPr>
          <a:xfrm>
            <a:off x="228575" y="220050"/>
            <a:ext cx="8686800" cy="44832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30" name="Google Shape;130;p13"/>
          <p:cNvSpPr txBox="1"/>
          <p:nvPr>
            <p:ph idx="1" type="subTitle"/>
          </p:nvPr>
        </p:nvSpPr>
        <p:spPr>
          <a:xfrm>
            <a:off x="6561550" y="3978150"/>
            <a:ext cx="1880400" cy="184800"/>
          </a:xfrm>
          <a:prstGeom prst="rect">
            <a:avLst/>
          </a:prstGeom>
        </p:spPr>
        <p:txBody>
          <a:bodyPr anchorCtr="0" anchor="t" bIns="0" lIns="0" spcFirstLastPara="1" rIns="0" wrap="square" tIns="0">
            <a:noAutofit/>
          </a:bodyPr>
          <a:lstStyle>
            <a:lvl1pPr lvl="0">
              <a:spcBef>
                <a:spcPts val="0"/>
              </a:spcBef>
              <a:spcAft>
                <a:spcPts val="0"/>
              </a:spcAft>
              <a:buNone/>
              <a:defRPr sz="1000">
                <a:latin typeface="Tomorrow Medium"/>
                <a:ea typeface="Tomorrow Medium"/>
                <a:cs typeface="Tomorrow Medium"/>
                <a:sym typeface="Tomorrow Medium"/>
              </a:defRPr>
            </a:lvl1pPr>
            <a:lvl2pPr lvl="1">
              <a:spcBef>
                <a:spcPts val="0"/>
              </a:spcBef>
              <a:spcAft>
                <a:spcPts val="0"/>
              </a:spcAft>
              <a:buNone/>
              <a:defRPr sz="1000">
                <a:solidFill>
                  <a:schemeClr val="lt1"/>
                </a:solidFill>
                <a:latin typeface="Tomorrow Medium"/>
                <a:ea typeface="Tomorrow Medium"/>
                <a:cs typeface="Tomorrow Medium"/>
                <a:sym typeface="Tomorrow Medium"/>
              </a:defRPr>
            </a:lvl2pPr>
            <a:lvl3pPr lvl="2">
              <a:spcBef>
                <a:spcPts val="0"/>
              </a:spcBef>
              <a:spcAft>
                <a:spcPts val="0"/>
              </a:spcAft>
              <a:buNone/>
              <a:defRPr sz="1000">
                <a:solidFill>
                  <a:schemeClr val="lt1"/>
                </a:solidFill>
                <a:latin typeface="Tomorrow Medium"/>
                <a:ea typeface="Tomorrow Medium"/>
                <a:cs typeface="Tomorrow Medium"/>
                <a:sym typeface="Tomorrow Medium"/>
              </a:defRPr>
            </a:lvl3pPr>
            <a:lvl4pPr lvl="3">
              <a:spcBef>
                <a:spcPts val="0"/>
              </a:spcBef>
              <a:spcAft>
                <a:spcPts val="0"/>
              </a:spcAft>
              <a:buNone/>
              <a:defRPr sz="1000">
                <a:solidFill>
                  <a:schemeClr val="lt1"/>
                </a:solidFill>
                <a:latin typeface="Tomorrow Medium"/>
                <a:ea typeface="Tomorrow Medium"/>
                <a:cs typeface="Tomorrow Medium"/>
                <a:sym typeface="Tomorrow Medium"/>
              </a:defRPr>
            </a:lvl4pPr>
            <a:lvl5pPr lvl="4">
              <a:spcBef>
                <a:spcPts val="0"/>
              </a:spcBef>
              <a:spcAft>
                <a:spcPts val="0"/>
              </a:spcAft>
              <a:buNone/>
              <a:defRPr sz="1000">
                <a:solidFill>
                  <a:schemeClr val="lt1"/>
                </a:solidFill>
                <a:latin typeface="Tomorrow Medium"/>
                <a:ea typeface="Tomorrow Medium"/>
                <a:cs typeface="Tomorrow Medium"/>
                <a:sym typeface="Tomorrow Medium"/>
              </a:defRPr>
            </a:lvl5pPr>
            <a:lvl6pPr lvl="5">
              <a:spcBef>
                <a:spcPts val="0"/>
              </a:spcBef>
              <a:spcAft>
                <a:spcPts val="0"/>
              </a:spcAft>
              <a:buNone/>
              <a:defRPr sz="1000">
                <a:solidFill>
                  <a:schemeClr val="lt1"/>
                </a:solidFill>
                <a:latin typeface="Tomorrow Medium"/>
                <a:ea typeface="Tomorrow Medium"/>
                <a:cs typeface="Tomorrow Medium"/>
                <a:sym typeface="Tomorrow Medium"/>
              </a:defRPr>
            </a:lvl6pPr>
            <a:lvl7pPr lvl="6">
              <a:spcBef>
                <a:spcPts val="0"/>
              </a:spcBef>
              <a:spcAft>
                <a:spcPts val="0"/>
              </a:spcAft>
              <a:buNone/>
              <a:defRPr sz="1000">
                <a:solidFill>
                  <a:schemeClr val="lt1"/>
                </a:solidFill>
                <a:latin typeface="Tomorrow Medium"/>
                <a:ea typeface="Tomorrow Medium"/>
                <a:cs typeface="Tomorrow Medium"/>
                <a:sym typeface="Tomorrow Medium"/>
              </a:defRPr>
            </a:lvl7pPr>
            <a:lvl8pPr lvl="7">
              <a:spcBef>
                <a:spcPts val="0"/>
              </a:spcBef>
              <a:spcAft>
                <a:spcPts val="0"/>
              </a:spcAft>
              <a:buNone/>
              <a:defRPr sz="1000">
                <a:solidFill>
                  <a:schemeClr val="lt1"/>
                </a:solidFill>
                <a:latin typeface="Tomorrow Medium"/>
                <a:ea typeface="Tomorrow Medium"/>
                <a:cs typeface="Tomorrow Medium"/>
                <a:sym typeface="Tomorrow Medium"/>
              </a:defRPr>
            </a:lvl8pPr>
            <a:lvl9pPr lvl="8">
              <a:spcBef>
                <a:spcPts val="0"/>
              </a:spcBef>
              <a:spcAft>
                <a:spcPts val="0"/>
              </a:spcAft>
              <a:buNone/>
              <a:defRPr sz="1000">
                <a:solidFill>
                  <a:schemeClr val="lt1"/>
                </a:solidFill>
                <a:latin typeface="Tomorrow Medium"/>
                <a:ea typeface="Tomorrow Medium"/>
                <a:cs typeface="Tomorrow Medium"/>
                <a:sym typeface="Tomorrow Medium"/>
              </a:defRPr>
            </a:lvl9pPr>
          </a:lstStyle>
          <a:p/>
        </p:txBody>
      </p:sp>
      <p:sp>
        <p:nvSpPr>
          <p:cNvPr id="131" name="Google Shape;131;p13"/>
          <p:cNvSpPr txBox="1"/>
          <p:nvPr>
            <p:ph idx="2" type="subTitle"/>
          </p:nvPr>
        </p:nvSpPr>
        <p:spPr>
          <a:xfrm>
            <a:off x="1443025" y="469375"/>
            <a:ext cx="4554300" cy="369300"/>
          </a:xfrm>
          <a:prstGeom prst="rect">
            <a:avLst/>
          </a:prstGeom>
        </p:spPr>
        <p:txBody>
          <a:bodyPr anchorCtr="0" anchor="t"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32" name="Google Shape;132;p13"/>
          <p:cNvSpPr txBox="1"/>
          <p:nvPr>
            <p:ph type="title"/>
          </p:nvPr>
        </p:nvSpPr>
        <p:spPr>
          <a:xfrm>
            <a:off x="421325" y="358100"/>
            <a:ext cx="823800" cy="5910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solidFill>
                  <a:schemeClr val="accent1"/>
                </a:solidFill>
              </a:defRPr>
            </a:lvl1pPr>
            <a:lvl2pPr lvl="1">
              <a:lnSpc>
                <a:spcPct val="90000"/>
              </a:lnSpc>
              <a:spcBef>
                <a:spcPts val="0"/>
              </a:spcBef>
              <a:spcAft>
                <a:spcPts val="0"/>
              </a:spcAft>
              <a:buNone/>
              <a:defRPr>
                <a:solidFill>
                  <a:schemeClr val="accent1"/>
                </a:solidFill>
              </a:defRPr>
            </a:lvl2pPr>
            <a:lvl3pPr lvl="2">
              <a:lnSpc>
                <a:spcPct val="90000"/>
              </a:lnSpc>
              <a:spcBef>
                <a:spcPts val="0"/>
              </a:spcBef>
              <a:spcAft>
                <a:spcPts val="0"/>
              </a:spcAft>
              <a:buNone/>
              <a:defRPr>
                <a:solidFill>
                  <a:schemeClr val="accent1"/>
                </a:solidFill>
              </a:defRPr>
            </a:lvl3pPr>
            <a:lvl4pPr lvl="3">
              <a:lnSpc>
                <a:spcPct val="90000"/>
              </a:lnSpc>
              <a:spcBef>
                <a:spcPts val="0"/>
              </a:spcBef>
              <a:spcAft>
                <a:spcPts val="0"/>
              </a:spcAft>
              <a:buNone/>
              <a:defRPr>
                <a:solidFill>
                  <a:schemeClr val="accent1"/>
                </a:solidFill>
              </a:defRPr>
            </a:lvl4pPr>
            <a:lvl5pPr lvl="4">
              <a:lnSpc>
                <a:spcPct val="90000"/>
              </a:lnSpc>
              <a:spcBef>
                <a:spcPts val="0"/>
              </a:spcBef>
              <a:spcAft>
                <a:spcPts val="0"/>
              </a:spcAft>
              <a:buNone/>
              <a:defRPr>
                <a:solidFill>
                  <a:schemeClr val="accent1"/>
                </a:solidFill>
              </a:defRPr>
            </a:lvl5pPr>
            <a:lvl6pPr lvl="5">
              <a:lnSpc>
                <a:spcPct val="90000"/>
              </a:lnSpc>
              <a:spcBef>
                <a:spcPts val="0"/>
              </a:spcBef>
              <a:spcAft>
                <a:spcPts val="0"/>
              </a:spcAft>
              <a:buNone/>
              <a:defRPr>
                <a:solidFill>
                  <a:schemeClr val="accent1"/>
                </a:solidFill>
              </a:defRPr>
            </a:lvl6pPr>
            <a:lvl7pPr lvl="6">
              <a:lnSpc>
                <a:spcPct val="90000"/>
              </a:lnSpc>
              <a:spcBef>
                <a:spcPts val="0"/>
              </a:spcBef>
              <a:spcAft>
                <a:spcPts val="0"/>
              </a:spcAft>
              <a:buNone/>
              <a:defRPr>
                <a:solidFill>
                  <a:schemeClr val="accent1"/>
                </a:solidFill>
              </a:defRPr>
            </a:lvl7pPr>
            <a:lvl8pPr lvl="7">
              <a:lnSpc>
                <a:spcPct val="90000"/>
              </a:lnSpc>
              <a:spcBef>
                <a:spcPts val="0"/>
              </a:spcBef>
              <a:spcAft>
                <a:spcPts val="0"/>
              </a:spcAft>
              <a:buNone/>
              <a:defRPr>
                <a:solidFill>
                  <a:schemeClr val="accent1"/>
                </a:solidFill>
              </a:defRPr>
            </a:lvl8pPr>
            <a:lvl9pPr lvl="8">
              <a:lnSpc>
                <a:spcPct val="90000"/>
              </a:lnSpc>
              <a:spcBef>
                <a:spcPts val="0"/>
              </a:spcBef>
              <a:spcAft>
                <a:spcPts val="0"/>
              </a:spcAft>
              <a:buNone/>
              <a:defRPr>
                <a:solidFill>
                  <a:schemeClr val="accent1"/>
                </a:solidFill>
              </a:defRPr>
            </a:lvl9pPr>
          </a:lstStyle>
          <a:p/>
        </p:txBody>
      </p:sp>
      <p:sp>
        <p:nvSpPr>
          <p:cNvPr id="133" name="Google Shape;133;p13"/>
          <p:cNvSpPr/>
          <p:nvPr>
            <p:ph idx="3" type="pic"/>
          </p:nvPr>
        </p:nvSpPr>
        <p:spPr>
          <a:xfrm>
            <a:off x="421325" y="1661000"/>
            <a:ext cx="3853500" cy="2847300"/>
          </a:xfrm>
          <a:prstGeom prst="rect">
            <a:avLst/>
          </a:prstGeom>
          <a:noFill/>
          <a:ln>
            <a:noFill/>
          </a:ln>
        </p:spPr>
      </p:sp>
      <p:sp>
        <p:nvSpPr>
          <p:cNvPr id="134" name="Google Shape;134;p13"/>
          <p:cNvSpPr txBox="1"/>
          <p:nvPr>
            <p:ph idx="4" type="body"/>
          </p:nvPr>
        </p:nvSpPr>
        <p:spPr>
          <a:xfrm>
            <a:off x="4513900" y="1962800"/>
            <a:ext cx="4203000" cy="1413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dk1"/>
              </a:buClr>
              <a:buSzPts val="1000"/>
              <a:buFont typeface="Instrument Sans"/>
              <a:buChar char="●"/>
              <a:defRPr sz="1000"/>
            </a:lvl1pPr>
            <a:lvl2pPr indent="-292100" lvl="1" marL="914400">
              <a:lnSpc>
                <a:spcPct val="115000"/>
              </a:lnSpc>
              <a:spcBef>
                <a:spcPts val="800"/>
              </a:spcBef>
              <a:spcAft>
                <a:spcPts val="0"/>
              </a:spcAft>
              <a:buClr>
                <a:schemeClr val="dk1"/>
              </a:buClr>
              <a:buSzPts val="1000"/>
              <a:buFont typeface="Instrument Sans"/>
              <a:buChar char="○"/>
              <a:defRPr sz="1000"/>
            </a:lvl2pPr>
            <a:lvl3pPr indent="-292100" lvl="2" marL="1371600">
              <a:lnSpc>
                <a:spcPct val="115000"/>
              </a:lnSpc>
              <a:spcBef>
                <a:spcPts val="800"/>
              </a:spcBef>
              <a:spcAft>
                <a:spcPts val="0"/>
              </a:spcAft>
              <a:buClr>
                <a:schemeClr val="dk1"/>
              </a:buClr>
              <a:buSzPts val="1000"/>
              <a:buFont typeface="Instrument Sans"/>
              <a:buChar char="■"/>
              <a:defRPr sz="1000"/>
            </a:lvl3pPr>
            <a:lvl4pPr indent="-292100" lvl="3" marL="1828800">
              <a:lnSpc>
                <a:spcPct val="115000"/>
              </a:lnSpc>
              <a:spcBef>
                <a:spcPts val="800"/>
              </a:spcBef>
              <a:spcAft>
                <a:spcPts val="0"/>
              </a:spcAft>
              <a:buClr>
                <a:schemeClr val="dk1"/>
              </a:buClr>
              <a:buSzPts val="1000"/>
              <a:buFont typeface="Instrument Sans"/>
              <a:buChar char="●"/>
              <a:defRPr sz="1000"/>
            </a:lvl4pPr>
            <a:lvl5pPr indent="-292100" lvl="4" marL="2286000">
              <a:lnSpc>
                <a:spcPct val="115000"/>
              </a:lnSpc>
              <a:spcBef>
                <a:spcPts val="800"/>
              </a:spcBef>
              <a:spcAft>
                <a:spcPts val="0"/>
              </a:spcAft>
              <a:buClr>
                <a:schemeClr val="dk1"/>
              </a:buClr>
              <a:buSzPts val="1000"/>
              <a:buFont typeface="Instrument Sans"/>
              <a:buChar char="○"/>
              <a:defRPr sz="1000"/>
            </a:lvl5pPr>
            <a:lvl6pPr indent="-292100" lvl="5" marL="2743200">
              <a:lnSpc>
                <a:spcPct val="115000"/>
              </a:lnSpc>
              <a:spcBef>
                <a:spcPts val="800"/>
              </a:spcBef>
              <a:spcAft>
                <a:spcPts val="0"/>
              </a:spcAft>
              <a:buClr>
                <a:schemeClr val="dk1"/>
              </a:buClr>
              <a:buSzPts val="1000"/>
              <a:buFont typeface="Instrument Sans"/>
              <a:buChar char="■"/>
              <a:defRPr sz="1000"/>
            </a:lvl6pPr>
            <a:lvl7pPr indent="-292100" lvl="6" marL="3200400">
              <a:lnSpc>
                <a:spcPct val="115000"/>
              </a:lnSpc>
              <a:spcBef>
                <a:spcPts val="800"/>
              </a:spcBef>
              <a:spcAft>
                <a:spcPts val="0"/>
              </a:spcAft>
              <a:buClr>
                <a:schemeClr val="dk1"/>
              </a:buClr>
              <a:buSzPts val="1000"/>
              <a:buFont typeface="Instrument Sans"/>
              <a:buChar char="●"/>
              <a:defRPr sz="1000"/>
            </a:lvl7pPr>
            <a:lvl8pPr indent="-292100" lvl="7" marL="3657600">
              <a:lnSpc>
                <a:spcPct val="115000"/>
              </a:lnSpc>
              <a:spcBef>
                <a:spcPts val="800"/>
              </a:spcBef>
              <a:spcAft>
                <a:spcPts val="0"/>
              </a:spcAft>
              <a:buClr>
                <a:schemeClr val="dk1"/>
              </a:buClr>
              <a:buSzPts val="1000"/>
              <a:buFont typeface="Instrument Sans"/>
              <a:buChar char="○"/>
              <a:defRPr sz="1000"/>
            </a:lvl8pPr>
            <a:lvl9pPr indent="-292100" lvl="8" marL="4114800">
              <a:lnSpc>
                <a:spcPct val="115000"/>
              </a:lnSpc>
              <a:spcBef>
                <a:spcPts val="800"/>
              </a:spcBef>
              <a:spcAft>
                <a:spcPts val="800"/>
              </a:spcAft>
              <a:buClr>
                <a:schemeClr val="dk1"/>
              </a:buClr>
              <a:buSzPts val="1000"/>
              <a:buFont typeface="Instrument Sans"/>
              <a:buChar char="■"/>
              <a:defRPr sz="1000"/>
            </a:lvl9pPr>
          </a:lstStyle>
          <a:p/>
        </p:txBody>
      </p:sp>
      <p:sp>
        <p:nvSpPr>
          <p:cNvPr id="135" name="Google Shape;135;p13"/>
          <p:cNvSpPr txBox="1"/>
          <p:nvPr>
            <p:ph idx="5" type="subTitle"/>
          </p:nvPr>
        </p:nvSpPr>
        <p:spPr>
          <a:xfrm>
            <a:off x="4513900" y="1661000"/>
            <a:ext cx="4203000" cy="184800"/>
          </a:xfrm>
          <a:prstGeom prst="rect">
            <a:avLst/>
          </a:prstGeom>
        </p:spPr>
        <p:txBody>
          <a:bodyPr anchorCtr="0" anchor="t" bIns="0" lIns="0" spcFirstLastPara="1" rIns="0" wrap="square" tIns="0">
            <a:noAutofit/>
          </a:bodyPr>
          <a:lstStyle>
            <a:lvl1pPr lvl="0">
              <a:spcBef>
                <a:spcPts val="0"/>
              </a:spcBef>
              <a:spcAft>
                <a:spcPts val="0"/>
              </a:spcAft>
              <a:buNone/>
              <a:defRPr sz="1200">
                <a:latin typeface="Tomorrow Medium"/>
                <a:ea typeface="Tomorrow Medium"/>
                <a:cs typeface="Tomorrow Medium"/>
                <a:sym typeface="Tomorrow Medium"/>
              </a:defRPr>
            </a:lvl1pPr>
            <a:lvl2pPr lvl="1">
              <a:spcBef>
                <a:spcPts val="0"/>
              </a:spcBef>
              <a:spcAft>
                <a:spcPts val="0"/>
              </a:spcAft>
              <a:buNone/>
              <a:defRPr sz="1200">
                <a:latin typeface="Tomorrow Medium"/>
                <a:ea typeface="Tomorrow Medium"/>
                <a:cs typeface="Tomorrow Medium"/>
                <a:sym typeface="Tomorrow Medium"/>
              </a:defRPr>
            </a:lvl2pPr>
            <a:lvl3pPr lvl="2">
              <a:spcBef>
                <a:spcPts val="0"/>
              </a:spcBef>
              <a:spcAft>
                <a:spcPts val="0"/>
              </a:spcAft>
              <a:buNone/>
              <a:defRPr sz="1200">
                <a:latin typeface="Tomorrow Medium"/>
                <a:ea typeface="Tomorrow Medium"/>
                <a:cs typeface="Tomorrow Medium"/>
                <a:sym typeface="Tomorrow Medium"/>
              </a:defRPr>
            </a:lvl3pPr>
            <a:lvl4pPr lvl="3">
              <a:spcBef>
                <a:spcPts val="0"/>
              </a:spcBef>
              <a:spcAft>
                <a:spcPts val="0"/>
              </a:spcAft>
              <a:buNone/>
              <a:defRPr sz="1200">
                <a:latin typeface="Tomorrow Medium"/>
                <a:ea typeface="Tomorrow Medium"/>
                <a:cs typeface="Tomorrow Medium"/>
                <a:sym typeface="Tomorrow Medium"/>
              </a:defRPr>
            </a:lvl4pPr>
            <a:lvl5pPr lvl="4">
              <a:spcBef>
                <a:spcPts val="0"/>
              </a:spcBef>
              <a:spcAft>
                <a:spcPts val="0"/>
              </a:spcAft>
              <a:buNone/>
              <a:defRPr sz="1200">
                <a:latin typeface="Tomorrow Medium"/>
                <a:ea typeface="Tomorrow Medium"/>
                <a:cs typeface="Tomorrow Medium"/>
                <a:sym typeface="Tomorrow Medium"/>
              </a:defRPr>
            </a:lvl5pPr>
            <a:lvl6pPr lvl="5">
              <a:spcBef>
                <a:spcPts val="0"/>
              </a:spcBef>
              <a:spcAft>
                <a:spcPts val="0"/>
              </a:spcAft>
              <a:buNone/>
              <a:defRPr sz="1200">
                <a:latin typeface="Tomorrow Medium"/>
                <a:ea typeface="Tomorrow Medium"/>
                <a:cs typeface="Tomorrow Medium"/>
                <a:sym typeface="Tomorrow Medium"/>
              </a:defRPr>
            </a:lvl6pPr>
            <a:lvl7pPr lvl="6">
              <a:spcBef>
                <a:spcPts val="0"/>
              </a:spcBef>
              <a:spcAft>
                <a:spcPts val="0"/>
              </a:spcAft>
              <a:buNone/>
              <a:defRPr sz="1200">
                <a:latin typeface="Tomorrow Medium"/>
                <a:ea typeface="Tomorrow Medium"/>
                <a:cs typeface="Tomorrow Medium"/>
                <a:sym typeface="Tomorrow Medium"/>
              </a:defRPr>
            </a:lvl7pPr>
            <a:lvl8pPr lvl="7">
              <a:spcBef>
                <a:spcPts val="0"/>
              </a:spcBef>
              <a:spcAft>
                <a:spcPts val="0"/>
              </a:spcAft>
              <a:buNone/>
              <a:defRPr sz="1200">
                <a:latin typeface="Tomorrow Medium"/>
                <a:ea typeface="Tomorrow Medium"/>
                <a:cs typeface="Tomorrow Medium"/>
                <a:sym typeface="Tomorrow Medium"/>
              </a:defRPr>
            </a:lvl8pPr>
            <a:lvl9pPr lvl="8">
              <a:spcBef>
                <a:spcPts val="0"/>
              </a:spcBef>
              <a:spcAft>
                <a:spcPts val="0"/>
              </a:spcAft>
              <a:buNone/>
              <a:defRPr sz="1200">
                <a:latin typeface="Tomorrow Medium"/>
                <a:ea typeface="Tomorrow Medium"/>
                <a:cs typeface="Tomorrow Medium"/>
                <a:sym typeface="Tomorrow Medium"/>
              </a:defRPr>
            </a:lvl9pPr>
          </a:lstStyle>
          <a:p/>
        </p:txBody>
      </p:sp>
      <p:sp>
        <p:nvSpPr>
          <p:cNvPr id="136" name="Google Shape;136;p13"/>
          <p:cNvSpPr txBox="1"/>
          <p:nvPr>
            <p:ph idx="6" type="subTitle"/>
          </p:nvPr>
        </p:nvSpPr>
        <p:spPr>
          <a:xfrm>
            <a:off x="4866250" y="3786475"/>
            <a:ext cx="1059600" cy="375600"/>
          </a:xfrm>
          <a:prstGeom prst="rect">
            <a:avLst/>
          </a:prstGeom>
        </p:spPr>
        <p:txBody>
          <a:bodyPr anchorCtr="0" anchor="ctr" bIns="0" lIns="0" spcFirstLastPara="1" rIns="0" wrap="square" tIns="0">
            <a:noAutofit/>
          </a:bodyPr>
          <a:lstStyle>
            <a:lvl1pPr lvl="0">
              <a:spcBef>
                <a:spcPts val="0"/>
              </a:spcBef>
              <a:spcAft>
                <a:spcPts val="0"/>
              </a:spcAft>
              <a:buNone/>
              <a:defRPr sz="3000">
                <a:latin typeface="Tomorrow"/>
                <a:ea typeface="Tomorrow"/>
                <a:cs typeface="Tomorrow"/>
                <a:sym typeface="Tomorrow"/>
              </a:defRPr>
            </a:lvl1pPr>
            <a:lvl2pPr lvl="1">
              <a:spcBef>
                <a:spcPts val="0"/>
              </a:spcBef>
              <a:spcAft>
                <a:spcPts val="0"/>
              </a:spcAft>
              <a:buNone/>
              <a:defRPr sz="3000">
                <a:latin typeface="Tomorrow"/>
                <a:ea typeface="Tomorrow"/>
                <a:cs typeface="Tomorrow"/>
                <a:sym typeface="Tomorrow"/>
              </a:defRPr>
            </a:lvl2pPr>
            <a:lvl3pPr lvl="2">
              <a:spcBef>
                <a:spcPts val="0"/>
              </a:spcBef>
              <a:spcAft>
                <a:spcPts val="0"/>
              </a:spcAft>
              <a:buNone/>
              <a:defRPr sz="3000">
                <a:latin typeface="Tomorrow"/>
                <a:ea typeface="Tomorrow"/>
                <a:cs typeface="Tomorrow"/>
                <a:sym typeface="Tomorrow"/>
              </a:defRPr>
            </a:lvl3pPr>
            <a:lvl4pPr lvl="3">
              <a:spcBef>
                <a:spcPts val="0"/>
              </a:spcBef>
              <a:spcAft>
                <a:spcPts val="0"/>
              </a:spcAft>
              <a:buNone/>
              <a:defRPr sz="3000">
                <a:latin typeface="Tomorrow"/>
                <a:ea typeface="Tomorrow"/>
                <a:cs typeface="Tomorrow"/>
                <a:sym typeface="Tomorrow"/>
              </a:defRPr>
            </a:lvl4pPr>
            <a:lvl5pPr lvl="4">
              <a:spcBef>
                <a:spcPts val="0"/>
              </a:spcBef>
              <a:spcAft>
                <a:spcPts val="0"/>
              </a:spcAft>
              <a:buNone/>
              <a:defRPr sz="3000">
                <a:latin typeface="Tomorrow"/>
                <a:ea typeface="Tomorrow"/>
                <a:cs typeface="Tomorrow"/>
                <a:sym typeface="Tomorrow"/>
              </a:defRPr>
            </a:lvl5pPr>
            <a:lvl6pPr lvl="5">
              <a:spcBef>
                <a:spcPts val="0"/>
              </a:spcBef>
              <a:spcAft>
                <a:spcPts val="0"/>
              </a:spcAft>
              <a:buNone/>
              <a:defRPr sz="3000">
                <a:latin typeface="Tomorrow"/>
                <a:ea typeface="Tomorrow"/>
                <a:cs typeface="Tomorrow"/>
                <a:sym typeface="Tomorrow"/>
              </a:defRPr>
            </a:lvl6pPr>
            <a:lvl7pPr lvl="6">
              <a:spcBef>
                <a:spcPts val="0"/>
              </a:spcBef>
              <a:spcAft>
                <a:spcPts val="0"/>
              </a:spcAft>
              <a:buNone/>
              <a:defRPr sz="3000">
                <a:latin typeface="Tomorrow"/>
                <a:ea typeface="Tomorrow"/>
                <a:cs typeface="Tomorrow"/>
                <a:sym typeface="Tomorrow"/>
              </a:defRPr>
            </a:lvl7pPr>
            <a:lvl8pPr lvl="7">
              <a:spcBef>
                <a:spcPts val="0"/>
              </a:spcBef>
              <a:spcAft>
                <a:spcPts val="0"/>
              </a:spcAft>
              <a:buNone/>
              <a:defRPr sz="3000">
                <a:latin typeface="Tomorrow"/>
                <a:ea typeface="Tomorrow"/>
                <a:cs typeface="Tomorrow"/>
                <a:sym typeface="Tomorrow"/>
              </a:defRPr>
            </a:lvl8pPr>
            <a:lvl9pPr lvl="8">
              <a:spcBef>
                <a:spcPts val="0"/>
              </a:spcBef>
              <a:spcAft>
                <a:spcPts val="0"/>
              </a:spcAft>
              <a:buNone/>
              <a:defRPr sz="3000">
                <a:latin typeface="Tomorrow"/>
                <a:ea typeface="Tomorrow"/>
                <a:cs typeface="Tomorrow"/>
                <a:sym typeface="Tomorrow"/>
              </a:defRPr>
            </a:lvl9pPr>
          </a:lstStyle>
          <a:p/>
        </p:txBody>
      </p:sp>
      <p:sp>
        <p:nvSpPr>
          <p:cNvPr id="137" name="Google Shape;137;p13"/>
          <p:cNvSpPr txBox="1"/>
          <p:nvPr>
            <p:ph idx="7" type="subTitle"/>
          </p:nvPr>
        </p:nvSpPr>
        <p:spPr>
          <a:xfrm>
            <a:off x="4689250" y="4184700"/>
            <a:ext cx="1316700" cy="153900"/>
          </a:xfrm>
          <a:prstGeom prst="rect">
            <a:avLst/>
          </a:prstGeom>
        </p:spPr>
        <p:txBody>
          <a:bodyPr anchorCtr="0" anchor="t" bIns="0" lIns="0" spcFirstLastPara="1" rIns="0" wrap="square" tIns="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000">
                <a:latin typeface="Instrument Sans Medium"/>
                <a:ea typeface="Instrument Sans Medium"/>
                <a:cs typeface="Instrument Sans Medium"/>
                <a:sym typeface="Instrument Sans Medium"/>
              </a:defRPr>
            </a:lvl2pPr>
            <a:lvl3pPr lvl="2">
              <a:spcBef>
                <a:spcPts val="0"/>
              </a:spcBef>
              <a:spcAft>
                <a:spcPts val="0"/>
              </a:spcAft>
              <a:buNone/>
              <a:defRPr sz="1000">
                <a:latin typeface="Instrument Sans Medium"/>
                <a:ea typeface="Instrument Sans Medium"/>
                <a:cs typeface="Instrument Sans Medium"/>
                <a:sym typeface="Instrument Sans Medium"/>
              </a:defRPr>
            </a:lvl3pPr>
            <a:lvl4pPr lvl="3">
              <a:spcBef>
                <a:spcPts val="0"/>
              </a:spcBef>
              <a:spcAft>
                <a:spcPts val="0"/>
              </a:spcAft>
              <a:buNone/>
              <a:defRPr sz="1000">
                <a:latin typeface="Instrument Sans Medium"/>
                <a:ea typeface="Instrument Sans Medium"/>
                <a:cs typeface="Instrument Sans Medium"/>
                <a:sym typeface="Instrument Sans Medium"/>
              </a:defRPr>
            </a:lvl4pPr>
            <a:lvl5pPr lvl="4">
              <a:spcBef>
                <a:spcPts val="0"/>
              </a:spcBef>
              <a:spcAft>
                <a:spcPts val="0"/>
              </a:spcAft>
              <a:buNone/>
              <a:defRPr sz="1000">
                <a:latin typeface="Instrument Sans Medium"/>
                <a:ea typeface="Instrument Sans Medium"/>
                <a:cs typeface="Instrument Sans Medium"/>
                <a:sym typeface="Instrument Sans Medium"/>
              </a:defRPr>
            </a:lvl5pPr>
            <a:lvl6pPr lvl="5">
              <a:spcBef>
                <a:spcPts val="0"/>
              </a:spcBef>
              <a:spcAft>
                <a:spcPts val="0"/>
              </a:spcAft>
              <a:buNone/>
              <a:defRPr sz="1000">
                <a:latin typeface="Instrument Sans Medium"/>
                <a:ea typeface="Instrument Sans Medium"/>
                <a:cs typeface="Instrument Sans Medium"/>
                <a:sym typeface="Instrument Sans Medium"/>
              </a:defRPr>
            </a:lvl6pPr>
            <a:lvl7pPr lvl="6">
              <a:spcBef>
                <a:spcPts val="0"/>
              </a:spcBef>
              <a:spcAft>
                <a:spcPts val="0"/>
              </a:spcAft>
              <a:buNone/>
              <a:defRPr sz="1000">
                <a:latin typeface="Instrument Sans Medium"/>
                <a:ea typeface="Instrument Sans Medium"/>
                <a:cs typeface="Instrument Sans Medium"/>
                <a:sym typeface="Instrument Sans Medium"/>
              </a:defRPr>
            </a:lvl7pPr>
            <a:lvl8pPr lvl="7">
              <a:spcBef>
                <a:spcPts val="0"/>
              </a:spcBef>
              <a:spcAft>
                <a:spcPts val="0"/>
              </a:spcAft>
              <a:buNone/>
              <a:defRPr sz="1000">
                <a:latin typeface="Instrument Sans Medium"/>
                <a:ea typeface="Instrument Sans Medium"/>
                <a:cs typeface="Instrument Sans Medium"/>
                <a:sym typeface="Instrument Sans Medium"/>
              </a:defRPr>
            </a:lvl8pPr>
            <a:lvl9pPr lvl="8">
              <a:spcBef>
                <a:spcPts val="0"/>
              </a:spcBef>
              <a:spcAft>
                <a:spcPts val="0"/>
              </a:spcAft>
              <a:buNone/>
              <a:defRPr sz="1000">
                <a:latin typeface="Instrument Sans Medium"/>
                <a:ea typeface="Instrument Sans Medium"/>
                <a:cs typeface="Instrument Sans Medium"/>
                <a:sym typeface="Instrument Sans Medium"/>
              </a:defRPr>
            </a:lvl9pPr>
          </a:lstStyle>
          <a:p/>
        </p:txBody>
      </p:sp>
      <p:sp>
        <p:nvSpPr>
          <p:cNvPr id="138" name="Google Shape;138;p13"/>
          <p:cNvSpPr txBox="1"/>
          <p:nvPr>
            <p:ph idx="8"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139" name="Google Shape;139;p13"/>
          <p:cNvSpPr txBox="1"/>
          <p:nvPr>
            <p:ph idx="9"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140" name="Google Shape;140;p13"/>
          <p:cNvSpPr txBox="1"/>
          <p:nvPr>
            <p:ph idx="13"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3">
  <p:cSld name="BLANK_1_1_1_1_1_1_1_1_2_1_1_1_1">
    <p:spTree>
      <p:nvGrpSpPr>
        <p:cNvPr id="141" name="Shape 141"/>
        <p:cNvGrpSpPr/>
        <p:nvPr/>
      </p:nvGrpSpPr>
      <p:grpSpPr>
        <a:xfrm>
          <a:off x="0" y="0"/>
          <a:ext cx="0" cy="0"/>
          <a:chOff x="0" y="0"/>
          <a:chExt cx="0" cy="0"/>
        </a:xfrm>
      </p:grpSpPr>
      <p:sp>
        <p:nvSpPr>
          <p:cNvPr id="142" name="Google Shape;142;p14"/>
          <p:cNvSpPr/>
          <p:nvPr/>
        </p:nvSpPr>
        <p:spPr>
          <a:xfrm>
            <a:off x="228575" y="220050"/>
            <a:ext cx="8686800" cy="44832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43" name="Google Shape;143;p14"/>
          <p:cNvSpPr txBox="1"/>
          <p:nvPr>
            <p:ph idx="1" type="subTitle"/>
          </p:nvPr>
        </p:nvSpPr>
        <p:spPr>
          <a:xfrm>
            <a:off x="1443025" y="469375"/>
            <a:ext cx="4554300" cy="369300"/>
          </a:xfrm>
          <a:prstGeom prst="rect">
            <a:avLst/>
          </a:prstGeom>
        </p:spPr>
        <p:txBody>
          <a:bodyPr anchorCtr="0" anchor="t"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44" name="Google Shape;144;p14"/>
          <p:cNvSpPr txBox="1"/>
          <p:nvPr>
            <p:ph type="title"/>
          </p:nvPr>
        </p:nvSpPr>
        <p:spPr>
          <a:xfrm>
            <a:off x="421325" y="358100"/>
            <a:ext cx="823800" cy="5910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solidFill>
                  <a:schemeClr val="accent1"/>
                </a:solidFill>
              </a:defRPr>
            </a:lvl1pPr>
            <a:lvl2pPr lvl="1">
              <a:lnSpc>
                <a:spcPct val="90000"/>
              </a:lnSpc>
              <a:spcBef>
                <a:spcPts val="0"/>
              </a:spcBef>
              <a:spcAft>
                <a:spcPts val="0"/>
              </a:spcAft>
              <a:buNone/>
              <a:defRPr>
                <a:solidFill>
                  <a:schemeClr val="accent1"/>
                </a:solidFill>
              </a:defRPr>
            </a:lvl2pPr>
            <a:lvl3pPr lvl="2">
              <a:lnSpc>
                <a:spcPct val="90000"/>
              </a:lnSpc>
              <a:spcBef>
                <a:spcPts val="0"/>
              </a:spcBef>
              <a:spcAft>
                <a:spcPts val="0"/>
              </a:spcAft>
              <a:buNone/>
              <a:defRPr>
                <a:solidFill>
                  <a:schemeClr val="accent1"/>
                </a:solidFill>
              </a:defRPr>
            </a:lvl3pPr>
            <a:lvl4pPr lvl="3">
              <a:lnSpc>
                <a:spcPct val="90000"/>
              </a:lnSpc>
              <a:spcBef>
                <a:spcPts val="0"/>
              </a:spcBef>
              <a:spcAft>
                <a:spcPts val="0"/>
              </a:spcAft>
              <a:buNone/>
              <a:defRPr>
                <a:solidFill>
                  <a:schemeClr val="accent1"/>
                </a:solidFill>
              </a:defRPr>
            </a:lvl4pPr>
            <a:lvl5pPr lvl="4">
              <a:lnSpc>
                <a:spcPct val="90000"/>
              </a:lnSpc>
              <a:spcBef>
                <a:spcPts val="0"/>
              </a:spcBef>
              <a:spcAft>
                <a:spcPts val="0"/>
              </a:spcAft>
              <a:buNone/>
              <a:defRPr>
                <a:solidFill>
                  <a:schemeClr val="accent1"/>
                </a:solidFill>
              </a:defRPr>
            </a:lvl5pPr>
            <a:lvl6pPr lvl="5">
              <a:lnSpc>
                <a:spcPct val="90000"/>
              </a:lnSpc>
              <a:spcBef>
                <a:spcPts val="0"/>
              </a:spcBef>
              <a:spcAft>
                <a:spcPts val="0"/>
              </a:spcAft>
              <a:buNone/>
              <a:defRPr>
                <a:solidFill>
                  <a:schemeClr val="accent1"/>
                </a:solidFill>
              </a:defRPr>
            </a:lvl6pPr>
            <a:lvl7pPr lvl="6">
              <a:lnSpc>
                <a:spcPct val="90000"/>
              </a:lnSpc>
              <a:spcBef>
                <a:spcPts val="0"/>
              </a:spcBef>
              <a:spcAft>
                <a:spcPts val="0"/>
              </a:spcAft>
              <a:buNone/>
              <a:defRPr>
                <a:solidFill>
                  <a:schemeClr val="accent1"/>
                </a:solidFill>
              </a:defRPr>
            </a:lvl7pPr>
            <a:lvl8pPr lvl="7">
              <a:lnSpc>
                <a:spcPct val="90000"/>
              </a:lnSpc>
              <a:spcBef>
                <a:spcPts val="0"/>
              </a:spcBef>
              <a:spcAft>
                <a:spcPts val="0"/>
              </a:spcAft>
              <a:buNone/>
              <a:defRPr>
                <a:solidFill>
                  <a:schemeClr val="accent1"/>
                </a:solidFill>
              </a:defRPr>
            </a:lvl8pPr>
            <a:lvl9pPr lvl="8">
              <a:lnSpc>
                <a:spcPct val="90000"/>
              </a:lnSpc>
              <a:spcBef>
                <a:spcPts val="0"/>
              </a:spcBef>
              <a:spcAft>
                <a:spcPts val="0"/>
              </a:spcAft>
              <a:buNone/>
              <a:defRPr>
                <a:solidFill>
                  <a:schemeClr val="accent1"/>
                </a:solidFill>
              </a:defRPr>
            </a:lvl9pPr>
          </a:lstStyle>
          <a:p/>
        </p:txBody>
      </p:sp>
      <p:sp>
        <p:nvSpPr>
          <p:cNvPr id="145" name="Google Shape;145;p14"/>
          <p:cNvSpPr/>
          <p:nvPr>
            <p:ph idx="2" type="pic"/>
          </p:nvPr>
        </p:nvSpPr>
        <p:spPr>
          <a:xfrm>
            <a:off x="6237225" y="1660038"/>
            <a:ext cx="2485800" cy="2847300"/>
          </a:xfrm>
          <a:prstGeom prst="rect">
            <a:avLst/>
          </a:prstGeom>
          <a:noFill/>
          <a:ln>
            <a:noFill/>
          </a:ln>
        </p:spPr>
      </p:sp>
      <p:sp>
        <p:nvSpPr>
          <p:cNvPr id="146" name="Google Shape;146;p14"/>
          <p:cNvSpPr txBox="1"/>
          <p:nvPr>
            <p:ph idx="3" type="body"/>
          </p:nvPr>
        </p:nvSpPr>
        <p:spPr>
          <a:xfrm>
            <a:off x="421325" y="3096250"/>
            <a:ext cx="5556900" cy="1413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dk1"/>
              </a:buClr>
              <a:buSzPts val="1000"/>
              <a:buFont typeface="Instrument Sans"/>
              <a:buChar char="●"/>
              <a:defRPr sz="1000"/>
            </a:lvl1pPr>
            <a:lvl2pPr indent="-292100" lvl="1" marL="914400">
              <a:lnSpc>
                <a:spcPct val="115000"/>
              </a:lnSpc>
              <a:spcBef>
                <a:spcPts val="800"/>
              </a:spcBef>
              <a:spcAft>
                <a:spcPts val="0"/>
              </a:spcAft>
              <a:buClr>
                <a:schemeClr val="dk1"/>
              </a:buClr>
              <a:buSzPts val="1000"/>
              <a:buFont typeface="Instrument Sans"/>
              <a:buChar char="○"/>
              <a:defRPr sz="1000"/>
            </a:lvl2pPr>
            <a:lvl3pPr indent="-292100" lvl="2" marL="1371600">
              <a:lnSpc>
                <a:spcPct val="115000"/>
              </a:lnSpc>
              <a:spcBef>
                <a:spcPts val="800"/>
              </a:spcBef>
              <a:spcAft>
                <a:spcPts val="0"/>
              </a:spcAft>
              <a:buClr>
                <a:schemeClr val="dk1"/>
              </a:buClr>
              <a:buSzPts val="1000"/>
              <a:buFont typeface="Instrument Sans"/>
              <a:buChar char="■"/>
              <a:defRPr sz="1000"/>
            </a:lvl3pPr>
            <a:lvl4pPr indent="-292100" lvl="3" marL="1828800">
              <a:lnSpc>
                <a:spcPct val="115000"/>
              </a:lnSpc>
              <a:spcBef>
                <a:spcPts val="800"/>
              </a:spcBef>
              <a:spcAft>
                <a:spcPts val="0"/>
              </a:spcAft>
              <a:buClr>
                <a:schemeClr val="dk1"/>
              </a:buClr>
              <a:buSzPts val="1000"/>
              <a:buFont typeface="Instrument Sans"/>
              <a:buChar char="●"/>
              <a:defRPr sz="1000"/>
            </a:lvl4pPr>
            <a:lvl5pPr indent="-292100" lvl="4" marL="2286000">
              <a:lnSpc>
                <a:spcPct val="115000"/>
              </a:lnSpc>
              <a:spcBef>
                <a:spcPts val="800"/>
              </a:spcBef>
              <a:spcAft>
                <a:spcPts val="0"/>
              </a:spcAft>
              <a:buClr>
                <a:schemeClr val="dk1"/>
              </a:buClr>
              <a:buSzPts val="1000"/>
              <a:buFont typeface="Instrument Sans"/>
              <a:buChar char="○"/>
              <a:defRPr sz="1000"/>
            </a:lvl5pPr>
            <a:lvl6pPr indent="-292100" lvl="5" marL="2743200">
              <a:lnSpc>
                <a:spcPct val="115000"/>
              </a:lnSpc>
              <a:spcBef>
                <a:spcPts val="800"/>
              </a:spcBef>
              <a:spcAft>
                <a:spcPts val="0"/>
              </a:spcAft>
              <a:buClr>
                <a:schemeClr val="dk1"/>
              </a:buClr>
              <a:buSzPts val="1000"/>
              <a:buFont typeface="Instrument Sans"/>
              <a:buChar char="■"/>
              <a:defRPr sz="1000"/>
            </a:lvl6pPr>
            <a:lvl7pPr indent="-292100" lvl="6" marL="3200400">
              <a:lnSpc>
                <a:spcPct val="115000"/>
              </a:lnSpc>
              <a:spcBef>
                <a:spcPts val="800"/>
              </a:spcBef>
              <a:spcAft>
                <a:spcPts val="0"/>
              </a:spcAft>
              <a:buClr>
                <a:schemeClr val="dk1"/>
              </a:buClr>
              <a:buSzPts val="1000"/>
              <a:buFont typeface="Instrument Sans"/>
              <a:buChar char="●"/>
              <a:defRPr sz="1000"/>
            </a:lvl7pPr>
            <a:lvl8pPr indent="-292100" lvl="7" marL="3657600">
              <a:lnSpc>
                <a:spcPct val="115000"/>
              </a:lnSpc>
              <a:spcBef>
                <a:spcPts val="800"/>
              </a:spcBef>
              <a:spcAft>
                <a:spcPts val="0"/>
              </a:spcAft>
              <a:buClr>
                <a:schemeClr val="dk1"/>
              </a:buClr>
              <a:buSzPts val="1000"/>
              <a:buFont typeface="Instrument Sans"/>
              <a:buChar char="○"/>
              <a:defRPr sz="1000"/>
            </a:lvl8pPr>
            <a:lvl9pPr indent="-292100" lvl="8" marL="4114800">
              <a:lnSpc>
                <a:spcPct val="115000"/>
              </a:lnSpc>
              <a:spcBef>
                <a:spcPts val="800"/>
              </a:spcBef>
              <a:spcAft>
                <a:spcPts val="800"/>
              </a:spcAft>
              <a:buClr>
                <a:schemeClr val="dk1"/>
              </a:buClr>
              <a:buSzPts val="1000"/>
              <a:buFont typeface="Instrument Sans"/>
              <a:buChar char="■"/>
              <a:defRPr sz="1000"/>
            </a:lvl9pPr>
          </a:lstStyle>
          <a:p/>
        </p:txBody>
      </p:sp>
      <p:sp>
        <p:nvSpPr>
          <p:cNvPr id="147" name="Google Shape;147;p14"/>
          <p:cNvSpPr txBox="1"/>
          <p:nvPr>
            <p:ph idx="4" type="subTitle"/>
          </p:nvPr>
        </p:nvSpPr>
        <p:spPr>
          <a:xfrm>
            <a:off x="421325" y="2794450"/>
            <a:ext cx="5556900" cy="184800"/>
          </a:xfrm>
          <a:prstGeom prst="rect">
            <a:avLst/>
          </a:prstGeom>
        </p:spPr>
        <p:txBody>
          <a:bodyPr anchorCtr="0" anchor="t" bIns="0" lIns="0" spcFirstLastPara="1" rIns="0" wrap="square" tIns="0">
            <a:noAutofit/>
          </a:bodyPr>
          <a:lstStyle>
            <a:lvl1pPr lvl="0">
              <a:spcBef>
                <a:spcPts val="0"/>
              </a:spcBef>
              <a:spcAft>
                <a:spcPts val="0"/>
              </a:spcAft>
              <a:buNone/>
              <a:defRPr sz="1200">
                <a:latin typeface="Tomorrow Medium"/>
                <a:ea typeface="Tomorrow Medium"/>
                <a:cs typeface="Tomorrow Medium"/>
                <a:sym typeface="Tomorrow Medium"/>
              </a:defRPr>
            </a:lvl1pPr>
            <a:lvl2pPr lvl="1">
              <a:spcBef>
                <a:spcPts val="0"/>
              </a:spcBef>
              <a:spcAft>
                <a:spcPts val="0"/>
              </a:spcAft>
              <a:buNone/>
              <a:defRPr sz="1200">
                <a:latin typeface="Tomorrow Medium"/>
                <a:ea typeface="Tomorrow Medium"/>
                <a:cs typeface="Tomorrow Medium"/>
                <a:sym typeface="Tomorrow Medium"/>
              </a:defRPr>
            </a:lvl2pPr>
            <a:lvl3pPr lvl="2">
              <a:spcBef>
                <a:spcPts val="0"/>
              </a:spcBef>
              <a:spcAft>
                <a:spcPts val="0"/>
              </a:spcAft>
              <a:buNone/>
              <a:defRPr sz="1200">
                <a:latin typeface="Tomorrow Medium"/>
                <a:ea typeface="Tomorrow Medium"/>
                <a:cs typeface="Tomorrow Medium"/>
                <a:sym typeface="Tomorrow Medium"/>
              </a:defRPr>
            </a:lvl3pPr>
            <a:lvl4pPr lvl="3">
              <a:spcBef>
                <a:spcPts val="0"/>
              </a:spcBef>
              <a:spcAft>
                <a:spcPts val="0"/>
              </a:spcAft>
              <a:buNone/>
              <a:defRPr sz="1200">
                <a:latin typeface="Tomorrow Medium"/>
                <a:ea typeface="Tomorrow Medium"/>
                <a:cs typeface="Tomorrow Medium"/>
                <a:sym typeface="Tomorrow Medium"/>
              </a:defRPr>
            </a:lvl4pPr>
            <a:lvl5pPr lvl="4">
              <a:spcBef>
                <a:spcPts val="0"/>
              </a:spcBef>
              <a:spcAft>
                <a:spcPts val="0"/>
              </a:spcAft>
              <a:buNone/>
              <a:defRPr sz="1200">
                <a:latin typeface="Tomorrow Medium"/>
                <a:ea typeface="Tomorrow Medium"/>
                <a:cs typeface="Tomorrow Medium"/>
                <a:sym typeface="Tomorrow Medium"/>
              </a:defRPr>
            </a:lvl5pPr>
            <a:lvl6pPr lvl="5">
              <a:spcBef>
                <a:spcPts val="0"/>
              </a:spcBef>
              <a:spcAft>
                <a:spcPts val="0"/>
              </a:spcAft>
              <a:buNone/>
              <a:defRPr sz="1200">
                <a:latin typeface="Tomorrow Medium"/>
                <a:ea typeface="Tomorrow Medium"/>
                <a:cs typeface="Tomorrow Medium"/>
                <a:sym typeface="Tomorrow Medium"/>
              </a:defRPr>
            </a:lvl6pPr>
            <a:lvl7pPr lvl="6">
              <a:spcBef>
                <a:spcPts val="0"/>
              </a:spcBef>
              <a:spcAft>
                <a:spcPts val="0"/>
              </a:spcAft>
              <a:buNone/>
              <a:defRPr sz="1200">
                <a:latin typeface="Tomorrow Medium"/>
                <a:ea typeface="Tomorrow Medium"/>
                <a:cs typeface="Tomorrow Medium"/>
                <a:sym typeface="Tomorrow Medium"/>
              </a:defRPr>
            </a:lvl7pPr>
            <a:lvl8pPr lvl="7">
              <a:spcBef>
                <a:spcPts val="0"/>
              </a:spcBef>
              <a:spcAft>
                <a:spcPts val="0"/>
              </a:spcAft>
              <a:buNone/>
              <a:defRPr sz="1200">
                <a:latin typeface="Tomorrow Medium"/>
                <a:ea typeface="Tomorrow Medium"/>
                <a:cs typeface="Tomorrow Medium"/>
                <a:sym typeface="Tomorrow Medium"/>
              </a:defRPr>
            </a:lvl8pPr>
            <a:lvl9pPr lvl="8">
              <a:spcBef>
                <a:spcPts val="0"/>
              </a:spcBef>
              <a:spcAft>
                <a:spcPts val="0"/>
              </a:spcAft>
              <a:buNone/>
              <a:defRPr sz="1200">
                <a:latin typeface="Tomorrow Medium"/>
                <a:ea typeface="Tomorrow Medium"/>
                <a:cs typeface="Tomorrow Medium"/>
                <a:sym typeface="Tomorrow Medium"/>
              </a:defRPr>
            </a:lvl9pPr>
          </a:lstStyle>
          <a:p/>
        </p:txBody>
      </p:sp>
      <p:sp>
        <p:nvSpPr>
          <p:cNvPr id="148" name="Google Shape;148;p14"/>
          <p:cNvSpPr txBox="1"/>
          <p:nvPr>
            <p:ph idx="5" type="subTitle"/>
          </p:nvPr>
        </p:nvSpPr>
        <p:spPr>
          <a:xfrm>
            <a:off x="2654650" y="2002400"/>
            <a:ext cx="1880400" cy="184800"/>
          </a:xfrm>
          <a:prstGeom prst="rect">
            <a:avLst/>
          </a:prstGeom>
        </p:spPr>
        <p:txBody>
          <a:bodyPr anchorCtr="0" anchor="t" bIns="0" lIns="0" spcFirstLastPara="1" rIns="0" wrap="square" tIns="0">
            <a:noAutofit/>
          </a:bodyPr>
          <a:lstStyle>
            <a:lvl1pPr lvl="0">
              <a:spcBef>
                <a:spcPts val="0"/>
              </a:spcBef>
              <a:spcAft>
                <a:spcPts val="0"/>
              </a:spcAft>
              <a:buNone/>
              <a:defRPr sz="1000">
                <a:latin typeface="Tomorrow Medium"/>
                <a:ea typeface="Tomorrow Medium"/>
                <a:cs typeface="Tomorrow Medium"/>
                <a:sym typeface="Tomorrow Medium"/>
              </a:defRPr>
            </a:lvl1pPr>
            <a:lvl2pPr lvl="1">
              <a:spcBef>
                <a:spcPts val="0"/>
              </a:spcBef>
              <a:spcAft>
                <a:spcPts val="0"/>
              </a:spcAft>
              <a:buNone/>
              <a:defRPr sz="1000">
                <a:solidFill>
                  <a:schemeClr val="lt1"/>
                </a:solidFill>
                <a:latin typeface="Tomorrow Medium"/>
                <a:ea typeface="Tomorrow Medium"/>
                <a:cs typeface="Tomorrow Medium"/>
                <a:sym typeface="Tomorrow Medium"/>
              </a:defRPr>
            </a:lvl2pPr>
            <a:lvl3pPr lvl="2">
              <a:spcBef>
                <a:spcPts val="0"/>
              </a:spcBef>
              <a:spcAft>
                <a:spcPts val="0"/>
              </a:spcAft>
              <a:buNone/>
              <a:defRPr sz="1000">
                <a:solidFill>
                  <a:schemeClr val="lt1"/>
                </a:solidFill>
                <a:latin typeface="Tomorrow Medium"/>
                <a:ea typeface="Tomorrow Medium"/>
                <a:cs typeface="Tomorrow Medium"/>
                <a:sym typeface="Tomorrow Medium"/>
              </a:defRPr>
            </a:lvl3pPr>
            <a:lvl4pPr lvl="3">
              <a:spcBef>
                <a:spcPts val="0"/>
              </a:spcBef>
              <a:spcAft>
                <a:spcPts val="0"/>
              </a:spcAft>
              <a:buNone/>
              <a:defRPr sz="1000">
                <a:solidFill>
                  <a:schemeClr val="lt1"/>
                </a:solidFill>
                <a:latin typeface="Tomorrow Medium"/>
                <a:ea typeface="Tomorrow Medium"/>
                <a:cs typeface="Tomorrow Medium"/>
                <a:sym typeface="Tomorrow Medium"/>
              </a:defRPr>
            </a:lvl4pPr>
            <a:lvl5pPr lvl="4">
              <a:spcBef>
                <a:spcPts val="0"/>
              </a:spcBef>
              <a:spcAft>
                <a:spcPts val="0"/>
              </a:spcAft>
              <a:buNone/>
              <a:defRPr sz="1000">
                <a:solidFill>
                  <a:schemeClr val="lt1"/>
                </a:solidFill>
                <a:latin typeface="Tomorrow Medium"/>
                <a:ea typeface="Tomorrow Medium"/>
                <a:cs typeface="Tomorrow Medium"/>
                <a:sym typeface="Tomorrow Medium"/>
              </a:defRPr>
            </a:lvl5pPr>
            <a:lvl6pPr lvl="5">
              <a:spcBef>
                <a:spcPts val="0"/>
              </a:spcBef>
              <a:spcAft>
                <a:spcPts val="0"/>
              </a:spcAft>
              <a:buNone/>
              <a:defRPr sz="1000">
                <a:solidFill>
                  <a:schemeClr val="lt1"/>
                </a:solidFill>
                <a:latin typeface="Tomorrow Medium"/>
                <a:ea typeface="Tomorrow Medium"/>
                <a:cs typeface="Tomorrow Medium"/>
                <a:sym typeface="Tomorrow Medium"/>
              </a:defRPr>
            </a:lvl6pPr>
            <a:lvl7pPr lvl="6">
              <a:spcBef>
                <a:spcPts val="0"/>
              </a:spcBef>
              <a:spcAft>
                <a:spcPts val="0"/>
              </a:spcAft>
              <a:buNone/>
              <a:defRPr sz="1000">
                <a:solidFill>
                  <a:schemeClr val="lt1"/>
                </a:solidFill>
                <a:latin typeface="Tomorrow Medium"/>
                <a:ea typeface="Tomorrow Medium"/>
                <a:cs typeface="Tomorrow Medium"/>
                <a:sym typeface="Tomorrow Medium"/>
              </a:defRPr>
            </a:lvl7pPr>
            <a:lvl8pPr lvl="7">
              <a:spcBef>
                <a:spcPts val="0"/>
              </a:spcBef>
              <a:spcAft>
                <a:spcPts val="0"/>
              </a:spcAft>
              <a:buNone/>
              <a:defRPr sz="1000">
                <a:solidFill>
                  <a:schemeClr val="lt1"/>
                </a:solidFill>
                <a:latin typeface="Tomorrow Medium"/>
                <a:ea typeface="Tomorrow Medium"/>
                <a:cs typeface="Tomorrow Medium"/>
                <a:sym typeface="Tomorrow Medium"/>
              </a:defRPr>
            </a:lvl8pPr>
            <a:lvl9pPr lvl="8">
              <a:spcBef>
                <a:spcPts val="0"/>
              </a:spcBef>
              <a:spcAft>
                <a:spcPts val="0"/>
              </a:spcAft>
              <a:buNone/>
              <a:defRPr sz="1000">
                <a:solidFill>
                  <a:schemeClr val="lt1"/>
                </a:solidFill>
                <a:latin typeface="Tomorrow Medium"/>
                <a:ea typeface="Tomorrow Medium"/>
                <a:cs typeface="Tomorrow Medium"/>
                <a:sym typeface="Tomorrow Medium"/>
              </a:defRPr>
            </a:lvl9pPr>
          </a:lstStyle>
          <a:p/>
        </p:txBody>
      </p:sp>
      <p:sp>
        <p:nvSpPr>
          <p:cNvPr id="149" name="Google Shape;149;p14"/>
          <p:cNvSpPr txBox="1"/>
          <p:nvPr>
            <p:ph idx="6" type="subTitle"/>
          </p:nvPr>
        </p:nvSpPr>
        <p:spPr>
          <a:xfrm>
            <a:off x="780175" y="1809463"/>
            <a:ext cx="1059600" cy="375600"/>
          </a:xfrm>
          <a:prstGeom prst="rect">
            <a:avLst/>
          </a:prstGeom>
        </p:spPr>
        <p:txBody>
          <a:bodyPr anchorCtr="0" anchor="ctr" bIns="0" lIns="0" spcFirstLastPara="1" rIns="0" wrap="square" tIns="0">
            <a:noAutofit/>
          </a:bodyPr>
          <a:lstStyle>
            <a:lvl1pPr lvl="0" algn="l">
              <a:spcBef>
                <a:spcPts val="0"/>
              </a:spcBef>
              <a:spcAft>
                <a:spcPts val="0"/>
              </a:spcAft>
              <a:buNone/>
              <a:defRPr sz="3000">
                <a:latin typeface="Tomorrow"/>
                <a:ea typeface="Tomorrow"/>
                <a:cs typeface="Tomorrow"/>
                <a:sym typeface="Tomorrow"/>
              </a:defRPr>
            </a:lvl1pPr>
            <a:lvl2pPr lvl="1" algn="l">
              <a:spcBef>
                <a:spcPts val="0"/>
              </a:spcBef>
              <a:spcAft>
                <a:spcPts val="0"/>
              </a:spcAft>
              <a:buNone/>
              <a:defRPr sz="3000">
                <a:latin typeface="Tomorrow"/>
                <a:ea typeface="Tomorrow"/>
                <a:cs typeface="Tomorrow"/>
                <a:sym typeface="Tomorrow"/>
              </a:defRPr>
            </a:lvl2pPr>
            <a:lvl3pPr lvl="2" algn="l">
              <a:spcBef>
                <a:spcPts val="0"/>
              </a:spcBef>
              <a:spcAft>
                <a:spcPts val="0"/>
              </a:spcAft>
              <a:buNone/>
              <a:defRPr sz="3000">
                <a:latin typeface="Tomorrow"/>
                <a:ea typeface="Tomorrow"/>
                <a:cs typeface="Tomorrow"/>
                <a:sym typeface="Tomorrow"/>
              </a:defRPr>
            </a:lvl3pPr>
            <a:lvl4pPr lvl="3" algn="l">
              <a:spcBef>
                <a:spcPts val="0"/>
              </a:spcBef>
              <a:spcAft>
                <a:spcPts val="0"/>
              </a:spcAft>
              <a:buNone/>
              <a:defRPr sz="3000">
                <a:latin typeface="Tomorrow"/>
                <a:ea typeface="Tomorrow"/>
                <a:cs typeface="Tomorrow"/>
                <a:sym typeface="Tomorrow"/>
              </a:defRPr>
            </a:lvl4pPr>
            <a:lvl5pPr lvl="4" algn="l">
              <a:spcBef>
                <a:spcPts val="0"/>
              </a:spcBef>
              <a:spcAft>
                <a:spcPts val="0"/>
              </a:spcAft>
              <a:buNone/>
              <a:defRPr sz="3000">
                <a:latin typeface="Tomorrow"/>
                <a:ea typeface="Tomorrow"/>
                <a:cs typeface="Tomorrow"/>
                <a:sym typeface="Tomorrow"/>
              </a:defRPr>
            </a:lvl5pPr>
            <a:lvl6pPr lvl="5" algn="l">
              <a:spcBef>
                <a:spcPts val="0"/>
              </a:spcBef>
              <a:spcAft>
                <a:spcPts val="0"/>
              </a:spcAft>
              <a:buNone/>
              <a:defRPr sz="3000">
                <a:latin typeface="Tomorrow"/>
                <a:ea typeface="Tomorrow"/>
                <a:cs typeface="Tomorrow"/>
                <a:sym typeface="Tomorrow"/>
              </a:defRPr>
            </a:lvl6pPr>
            <a:lvl7pPr lvl="6" algn="l">
              <a:spcBef>
                <a:spcPts val="0"/>
              </a:spcBef>
              <a:spcAft>
                <a:spcPts val="0"/>
              </a:spcAft>
              <a:buNone/>
              <a:defRPr sz="3000">
                <a:latin typeface="Tomorrow"/>
                <a:ea typeface="Tomorrow"/>
                <a:cs typeface="Tomorrow"/>
                <a:sym typeface="Tomorrow"/>
              </a:defRPr>
            </a:lvl7pPr>
            <a:lvl8pPr lvl="7" algn="l">
              <a:spcBef>
                <a:spcPts val="0"/>
              </a:spcBef>
              <a:spcAft>
                <a:spcPts val="0"/>
              </a:spcAft>
              <a:buNone/>
              <a:defRPr sz="3000">
                <a:latin typeface="Tomorrow"/>
                <a:ea typeface="Tomorrow"/>
                <a:cs typeface="Tomorrow"/>
                <a:sym typeface="Tomorrow"/>
              </a:defRPr>
            </a:lvl8pPr>
            <a:lvl9pPr lvl="8" algn="l">
              <a:spcBef>
                <a:spcPts val="0"/>
              </a:spcBef>
              <a:spcAft>
                <a:spcPts val="0"/>
              </a:spcAft>
              <a:buNone/>
              <a:defRPr sz="3000">
                <a:latin typeface="Tomorrow"/>
                <a:ea typeface="Tomorrow"/>
                <a:cs typeface="Tomorrow"/>
                <a:sym typeface="Tomorrow"/>
              </a:defRPr>
            </a:lvl9pPr>
          </a:lstStyle>
          <a:p/>
        </p:txBody>
      </p:sp>
      <p:sp>
        <p:nvSpPr>
          <p:cNvPr id="150" name="Google Shape;150;p14"/>
          <p:cNvSpPr txBox="1"/>
          <p:nvPr>
            <p:ph idx="7" type="subTitle"/>
          </p:nvPr>
        </p:nvSpPr>
        <p:spPr>
          <a:xfrm>
            <a:off x="603175" y="2209000"/>
            <a:ext cx="1540800" cy="153900"/>
          </a:xfrm>
          <a:prstGeom prst="rect">
            <a:avLst/>
          </a:prstGeom>
        </p:spPr>
        <p:txBody>
          <a:bodyPr anchorCtr="0" anchor="t" bIns="0" lIns="0" spcFirstLastPara="1" rIns="0" wrap="square" tIns="0">
            <a:noAutofit/>
          </a:bodyPr>
          <a:lstStyle>
            <a:lvl1pPr lvl="0" algn="l">
              <a:spcBef>
                <a:spcPts val="0"/>
              </a:spcBef>
              <a:spcAft>
                <a:spcPts val="0"/>
              </a:spcAft>
              <a:buNone/>
              <a:defRPr sz="1000">
                <a:latin typeface="Instrument Sans Medium"/>
                <a:ea typeface="Instrument Sans Medium"/>
                <a:cs typeface="Instrument Sans Medium"/>
                <a:sym typeface="Instrument Sans Medium"/>
              </a:defRPr>
            </a:lvl1pPr>
            <a:lvl2pPr lvl="1" algn="l">
              <a:spcBef>
                <a:spcPts val="0"/>
              </a:spcBef>
              <a:spcAft>
                <a:spcPts val="0"/>
              </a:spcAft>
              <a:buNone/>
              <a:defRPr sz="1000">
                <a:latin typeface="Instrument Sans Medium"/>
                <a:ea typeface="Instrument Sans Medium"/>
                <a:cs typeface="Instrument Sans Medium"/>
                <a:sym typeface="Instrument Sans Medium"/>
              </a:defRPr>
            </a:lvl2pPr>
            <a:lvl3pPr lvl="2" algn="l">
              <a:spcBef>
                <a:spcPts val="0"/>
              </a:spcBef>
              <a:spcAft>
                <a:spcPts val="0"/>
              </a:spcAft>
              <a:buNone/>
              <a:defRPr sz="1000">
                <a:latin typeface="Instrument Sans Medium"/>
                <a:ea typeface="Instrument Sans Medium"/>
                <a:cs typeface="Instrument Sans Medium"/>
                <a:sym typeface="Instrument Sans Medium"/>
              </a:defRPr>
            </a:lvl3pPr>
            <a:lvl4pPr lvl="3" algn="l">
              <a:spcBef>
                <a:spcPts val="0"/>
              </a:spcBef>
              <a:spcAft>
                <a:spcPts val="0"/>
              </a:spcAft>
              <a:buNone/>
              <a:defRPr sz="1000">
                <a:latin typeface="Instrument Sans Medium"/>
                <a:ea typeface="Instrument Sans Medium"/>
                <a:cs typeface="Instrument Sans Medium"/>
                <a:sym typeface="Instrument Sans Medium"/>
              </a:defRPr>
            </a:lvl4pPr>
            <a:lvl5pPr lvl="4" algn="l">
              <a:spcBef>
                <a:spcPts val="0"/>
              </a:spcBef>
              <a:spcAft>
                <a:spcPts val="0"/>
              </a:spcAft>
              <a:buNone/>
              <a:defRPr sz="1000">
                <a:latin typeface="Instrument Sans Medium"/>
                <a:ea typeface="Instrument Sans Medium"/>
                <a:cs typeface="Instrument Sans Medium"/>
                <a:sym typeface="Instrument Sans Medium"/>
              </a:defRPr>
            </a:lvl5pPr>
            <a:lvl6pPr lvl="5" algn="l">
              <a:spcBef>
                <a:spcPts val="0"/>
              </a:spcBef>
              <a:spcAft>
                <a:spcPts val="0"/>
              </a:spcAft>
              <a:buNone/>
              <a:defRPr sz="1000">
                <a:latin typeface="Instrument Sans Medium"/>
                <a:ea typeface="Instrument Sans Medium"/>
                <a:cs typeface="Instrument Sans Medium"/>
                <a:sym typeface="Instrument Sans Medium"/>
              </a:defRPr>
            </a:lvl6pPr>
            <a:lvl7pPr lvl="6" algn="l">
              <a:spcBef>
                <a:spcPts val="0"/>
              </a:spcBef>
              <a:spcAft>
                <a:spcPts val="0"/>
              </a:spcAft>
              <a:buNone/>
              <a:defRPr sz="1000">
                <a:latin typeface="Instrument Sans Medium"/>
                <a:ea typeface="Instrument Sans Medium"/>
                <a:cs typeface="Instrument Sans Medium"/>
                <a:sym typeface="Instrument Sans Medium"/>
              </a:defRPr>
            </a:lvl7pPr>
            <a:lvl8pPr lvl="7" algn="l">
              <a:spcBef>
                <a:spcPts val="0"/>
              </a:spcBef>
              <a:spcAft>
                <a:spcPts val="0"/>
              </a:spcAft>
              <a:buNone/>
              <a:defRPr sz="1000">
                <a:latin typeface="Instrument Sans Medium"/>
                <a:ea typeface="Instrument Sans Medium"/>
                <a:cs typeface="Instrument Sans Medium"/>
                <a:sym typeface="Instrument Sans Medium"/>
              </a:defRPr>
            </a:lvl8pPr>
            <a:lvl9pPr lvl="8" algn="l">
              <a:spcBef>
                <a:spcPts val="0"/>
              </a:spcBef>
              <a:spcAft>
                <a:spcPts val="0"/>
              </a:spcAft>
              <a:buNone/>
              <a:defRPr sz="1000">
                <a:latin typeface="Instrument Sans Medium"/>
                <a:ea typeface="Instrument Sans Medium"/>
                <a:cs typeface="Instrument Sans Medium"/>
                <a:sym typeface="Instrument Sans Medium"/>
              </a:defRPr>
            </a:lvl9pPr>
          </a:lstStyle>
          <a:p/>
        </p:txBody>
      </p:sp>
      <p:sp>
        <p:nvSpPr>
          <p:cNvPr id="151" name="Google Shape;151;p14"/>
          <p:cNvSpPr txBox="1"/>
          <p:nvPr>
            <p:ph idx="8"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152" name="Google Shape;152;p14"/>
          <p:cNvSpPr txBox="1"/>
          <p:nvPr>
            <p:ph idx="9"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153" name="Google Shape;153;p14"/>
          <p:cNvSpPr txBox="1"/>
          <p:nvPr>
            <p:ph idx="13"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BLANK_1_1_1_1_1_1_1_1_2_1_1_1_1_1">
    <p:bg>
      <p:bgPr>
        <a:solidFill>
          <a:schemeClr val="dk2"/>
        </a:solidFill>
      </p:bgPr>
    </p:bg>
    <p:spTree>
      <p:nvGrpSpPr>
        <p:cNvPr id="154" name="Shape 154"/>
        <p:cNvGrpSpPr/>
        <p:nvPr/>
      </p:nvGrpSpPr>
      <p:grpSpPr>
        <a:xfrm>
          <a:off x="0" y="0"/>
          <a:ext cx="0" cy="0"/>
          <a:chOff x="0" y="0"/>
          <a:chExt cx="0" cy="0"/>
        </a:xfrm>
      </p:grpSpPr>
      <p:sp>
        <p:nvSpPr>
          <p:cNvPr id="155" name="Google Shape;155;p15"/>
          <p:cNvSpPr txBox="1"/>
          <p:nvPr>
            <p:ph type="title"/>
          </p:nvPr>
        </p:nvSpPr>
        <p:spPr>
          <a:xfrm>
            <a:off x="743250" y="2276250"/>
            <a:ext cx="7657500" cy="591000"/>
          </a:xfrm>
          <a:prstGeom prst="rect">
            <a:avLst/>
          </a:prstGeom>
        </p:spPr>
        <p:txBody>
          <a:bodyPr anchorCtr="0" anchor="t" bIns="0" lIns="0" spcFirstLastPara="1" rIns="0" wrap="square" tIns="0">
            <a:noAutofit/>
          </a:bodyPr>
          <a:lstStyle>
            <a:lvl1pPr lvl="0" algn="ctr">
              <a:lnSpc>
                <a:spcPct val="115000"/>
              </a:lnSpc>
              <a:spcBef>
                <a:spcPts val="0"/>
              </a:spcBef>
              <a:spcAft>
                <a:spcPts val="0"/>
              </a:spcAft>
              <a:buNone/>
              <a:defRPr sz="2100">
                <a:solidFill>
                  <a:schemeClr val="dk2"/>
                </a:solidFill>
                <a:latin typeface="Instrument Sans"/>
                <a:ea typeface="Instrument Sans"/>
                <a:cs typeface="Instrument Sans"/>
                <a:sym typeface="Instrument Sans"/>
              </a:defRPr>
            </a:lvl1pPr>
            <a:lvl2pPr lvl="1" algn="ctr">
              <a:lnSpc>
                <a:spcPct val="115000"/>
              </a:lnSpc>
              <a:spcBef>
                <a:spcPts val="0"/>
              </a:spcBef>
              <a:spcAft>
                <a:spcPts val="0"/>
              </a:spcAft>
              <a:buNone/>
              <a:defRPr sz="2100">
                <a:solidFill>
                  <a:schemeClr val="dk2"/>
                </a:solidFill>
                <a:latin typeface="Instrument Sans"/>
                <a:ea typeface="Instrument Sans"/>
                <a:cs typeface="Instrument Sans"/>
                <a:sym typeface="Instrument Sans"/>
              </a:defRPr>
            </a:lvl2pPr>
            <a:lvl3pPr lvl="2" algn="ctr">
              <a:lnSpc>
                <a:spcPct val="115000"/>
              </a:lnSpc>
              <a:spcBef>
                <a:spcPts val="0"/>
              </a:spcBef>
              <a:spcAft>
                <a:spcPts val="0"/>
              </a:spcAft>
              <a:buNone/>
              <a:defRPr sz="2100">
                <a:solidFill>
                  <a:schemeClr val="dk2"/>
                </a:solidFill>
                <a:latin typeface="Instrument Sans"/>
                <a:ea typeface="Instrument Sans"/>
                <a:cs typeface="Instrument Sans"/>
                <a:sym typeface="Instrument Sans"/>
              </a:defRPr>
            </a:lvl3pPr>
            <a:lvl4pPr lvl="3" algn="ctr">
              <a:lnSpc>
                <a:spcPct val="115000"/>
              </a:lnSpc>
              <a:spcBef>
                <a:spcPts val="0"/>
              </a:spcBef>
              <a:spcAft>
                <a:spcPts val="0"/>
              </a:spcAft>
              <a:buNone/>
              <a:defRPr sz="2100">
                <a:solidFill>
                  <a:schemeClr val="dk2"/>
                </a:solidFill>
                <a:latin typeface="Instrument Sans"/>
                <a:ea typeface="Instrument Sans"/>
                <a:cs typeface="Instrument Sans"/>
                <a:sym typeface="Instrument Sans"/>
              </a:defRPr>
            </a:lvl4pPr>
            <a:lvl5pPr lvl="4" algn="ctr">
              <a:lnSpc>
                <a:spcPct val="115000"/>
              </a:lnSpc>
              <a:spcBef>
                <a:spcPts val="0"/>
              </a:spcBef>
              <a:spcAft>
                <a:spcPts val="0"/>
              </a:spcAft>
              <a:buNone/>
              <a:defRPr sz="2100">
                <a:solidFill>
                  <a:schemeClr val="dk2"/>
                </a:solidFill>
                <a:latin typeface="Instrument Sans"/>
                <a:ea typeface="Instrument Sans"/>
                <a:cs typeface="Instrument Sans"/>
                <a:sym typeface="Instrument Sans"/>
              </a:defRPr>
            </a:lvl5pPr>
            <a:lvl6pPr lvl="5" algn="ctr">
              <a:lnSpc>
                <a:spcPct val="115000"/>
              </a:lnSpc>
              <a:spcBef>
                <a:spcPts val="0"/>
              </a:spcBef>
              <a:spcAft>
                <a:spcPts val="0"/>
              </a:spcAft>
              <a:buNone/>
              <a:defRPr sz="2100">
                <a:solidFill>
                  <a:schemeClr val="dk2"/>
                </a:solidFill>
                <a:latin typeface="Instrument Sans"/>
                <a:ea typeface="Instrument Sans"/>
                <a:cs typeface="Instrument Sans"/>
                <a:sym typeface="Instrument Sans"/>
              </a:defRPr>
            </a:lvl6pPr>
            <a:lvl7pPr lvl="6" algn="ctr">
              <a:lnSpc>
                <a:spcPct val="115000"/>
              </a:lnSpc>
              <a:spcBef>
                <a:spcPts val="0"/>
              </a:spcBef>
              <a:spcAft>
                <a:spcPts val="0"/>
              </a:spcAft>
              <a:buNone/>
              <a:defRPr sz="2100">
                <a:solidFill>
                  <a:schemeClr val="dk2"/>
                </a:solidFill>
                <a:latin typeface="Instrument Sans"/>
                <a:ea typeface="Instrument Sans"/>
                <a:cs typeface="Instrument Sans"/>
                <a:sym typeface="Instrument Sans"/>
              </a:defRPr>
            </a:lvl7pPr>
            <a:lvl8pPr lvl="7" algn="ctr">
              <a:lnSpc>
                <a:spcPct val="115000"/>
              </a:lnSpc>
              <a:spcBef>
                <a:spcPts val="0"/>
              </a:spcBef>
              <a:spcAft>
                <a:spcPts val="0"/>
              </a:spcAft>
              <a:buNone/>
              <a:defRPr sz="2100">
                <a:solidFill>
                  <a:schemeClr val="dk2"/>
                </a:solidFill>
                <a:latin typeface="Instrument Sans"/>
                <a:ea typeface="Instrument Sans"/>
                <a:cs typeface="Instrument Sans"/>
                <a:sym typeface="Instrument Sans"/>
              </a:defRPr>
            </a:lvl8pPr>
            <a:lvl9pPr lvl="8" algn="ctr">
              <a:lnSpc>
                <a:spcPct val="115000"/>
              </a:lnSpc>
              <a:spcBef>
                <a:spcPts val="0"/>
              </a:spcBef>
              <a:spcAft>
                <a:spcPts val="0"/>
              </a:spcAft>
              <a:buNone/>
              <a:defRPr sz="2100">
                <a:solidFill>
                  <a:schemeClr val="dk2"/>
                </a:solidFill>
                <a:latin typeface="Instrument Sans"/>
                <a:ea typeface="Instrument Sans"/>
                <a:cs typeface="Instrument Sans"/>
                <a:sym typeface="Instrument Sans"/>
              </a:defRPr>
            </a:lvl9pPr>
          </a:lstStyle>
          <a:p/>
        </p:txBody>
      </p:sp>
      <p:sp>
        <p:nvSpPr>
          <p:cNvPr id="156" name="Google Shape;156;p15"/>
          <p:cNvSpPr/>
          <p:nvPr>
            <p:ph idx="2" type="pic"/>
          </p:nvPr>
        </p:nvSpPr>
        <p:spPr>
          <a:xfrm>
            <a:off x="5935400" y="3835650"/>
            <a:ext cx="867600" cy="867600"/>
          </a:xfrm>
          <a:prstGeom prst="ellipse">
            <a:avLst/>
          </a:prstGeom>
          <a:noFill/>
          <a:ln>
            <a:noFill/>
          </a:ln>
        </p:spPr>
      </p:sp>
      <p:sp>
        <p:nvSpPr>
          <p:cNvPr id="157" name="Google Shape;157;p15"/>
          <p:cNvSpPr txBox="1"/>
          <p:nvPr>
            <p:ph idx="1" type="subTitle"/>
          </p:nvPr>
        </p:nvSpPr>
        <p:spPr>
          <a:xfrm>
            <a:off x="7155500" y="4123500"/>
            <a:ext cx="1407300" cy="291900"/>
          </a:xfrm>
          <a:prstGeom prst="rect">
            <a:avLst/>
          </a:prstGeom>
        </p:spPr>
        <p:txBody>
          <a:bodyPr anchorCtr="0" anchor="t" bIns="0" lIns="0" spcFirstLastPara="1" rIns="0" wrap="square" tIns="0">
            <a:noAutofit/>
          </a:bodyPr>
          <a:lstStyle>
            <a:lvl1pPr lvl="0" algn="ctr">
              <a:lnSpc>
                <a:spcPct val="115000"/>
              </a:lnSpc>
              <a:spcBef>
                <a:spcPts val="0"/>
              </a:spcBef>
              <a:spcAft>
                <a:spcPts val="0"/>
              </a:spcAft>
              <a:buNone/>
              <a:defRPr sz="1000">
                <a:latin typeface="Tomorrow Medium"/>
                <a:ea typeface="Tomorrow Medium"/>
                <a:cs typeface="Tomorrow Medium"/>
                <a:sym typeface="Tomorrow Medium"/>
              </a:defRPr>
            </a:lvl1pPr>
            <a:lvl2pPr lvl="1" algn="ctr">
              <a:lnSpc>
                <a:spcPct val="115000"/>
              </a:lnSpc>
              <a:spcBef>
                <a:spcPts val="0"/>
              </a:spcBef>
              <a:spcAft>
                <a:spcPts val="0"/>
              </a:spcAft>
              <a:buNone/>
              <a:defRPr sz="1000">
                <a:latin typeface="Tomorrow Medium"/>
                <a:ea typeface="Tomorrow Medium"/>
                <a:cs typeface="Tomorrow Medium"/>
                <a:sym typeface="Tomorrow Medium"/>
              </a:defRPr>
            </a:lvl2pPr>
            <a:lvl3pPr lvl="2" algn="ctr">
              <a:lnSpc>
                <a:spcPct val="115000"/>
              </a:lnSpc>
              <a:spcBef>
                <a:spcPts val="0"/>
              </a:spcBef>
              <a:spcAft>
                <a:spcPts val="0"/>
              </a:spcAft>
              <a:buNone/>
              <a:defRPr sz="1000">
                <a:latin typeface="Tomorrow Medium"/>
                <a:ea typeface="Tomorrow Medium"/>
                <a:cs typeface="Tomorrow Medium"/>
                <a:sym typeface="Tomorrow Medium"/>
              </a:defRPr>
            </a:lvl3pPr>
            <a:lvl4pPr lvl="3" algn="ctr">
              <a:lnSpc>
                <a:spcPct val="115000"/>
              </a:lnSpc>
              <a:spcBef>
                <a:spcPts val="0"/>
              </a:spcBef>
              <a:spcAft>
                <a:spcPts val="0"/>
              </a:spcAft>
              <a:buNone/>
              <a:defRPr sz="1000">
                <a:latin typeface="Tomorrow Medium"/>
                <a:ea typeface="Tomorrow Medium"/>
                <a:cs typeface="Tomorrow Medium"/>
                <a:sym typeface="Tomorrow Medium"/>
              </a:defRPr>
            </a:lvl4pPr>
            <a:lvl5pPr lvl="4" algn="ctr">
              <a:lnSpc>
                <a:spcPct val="115000"/>
              </a:lnSpc>
              <a:spcBef>
                <a:spcPts val="0"/>
              </a:spcBef>
              <a:spcAft>
                <a:spcPts val="0"/>
              </a:spcAft>
              <a:buNone/>
              <a:defRPr sz="1000">
                <a:latin typeface="Tomorrow Medium"/>
                <a:ea typeface="Tomorrow Medium"/>
                <a:cs typeface="Tomorrow Medium"/>
                <a:sym typeface="Tomorrow Medium"/>
              </a:defRPr>
            </a:lvl5pPr>
            <a:lvl6pPr lvl="5" algn="ctr">
              <a:lnSpc>
                <a:spcPct val="115000"/>
              </a:lnSpc>
              <a:spcBef>
                <a:spcPts val="0"/>
              </a:spcBef>
              <a:spcAft>
                <a:spcPts val="0"/>
              </a:spcAft>
              <a:buNone/>
              <a:defRPr sz="1000">
                <a:latin typeface="Tomorrow Medium"/>
                <a:ea typeface="Tomorrow Medium"/>
                <a:cs typeface="Tomorrow Medium"/>
                <a:sym typeface="Tomorrow Medium"/>
              </a:defRPr>
            </a:lvl6pPr>
            <a:lvl7pPr lvl="6" algn="ctr">
              <a:lnSpc>
                <a:spcPct val="115000"/>
              </a:lnSpc>
              <a:spcBef>
                <a:spcPts val="0"/>
              </a:spcBef>
              <a:spcAft>
                <a:spcPts val="0"/>
              </a:spcAft>
              <a:buNone/>
              <a:defRPr sz="1000">
                <a:latin typeface="Tomorrow Medium"/>
                <a:ea typeface="Tomorrow Medium"/>
                <a:cs typeface="Tomorrow Medium"/>
                <a:sym typeface="Tomorrow Medium"/>
              </a:defRPr>
            </a:lvl7pPr>
            <a:lvl8pPr lvl="7" algn="ctr">
              <a:lnSpc>
                <a:spcPct val="115000"/>
              </a:lnSpc>
              <a:spcBef>
                <a:spcPts val="0"/>
              </a:spcBef>
              <a:spcAft>
                <a:spcPts val="0"/>
              </a:spcAft>
              <a:buNone/>
              <a:defRPr sz="1000">
                <a:latin typeface="Tomorrow Medium"/>
                <a:ea typeface="Tomorrow Medium"/>
                <a:cs typeface="Tomorrow Medium"/>
                <a:sym typeface="Tomorrow Medium"/>
              </a:defRPr>
            </a:lvl8pPr>
            <a:lvl9pPr lvl="8" algn="ctr">
              <a:lnSpc>
                <a:spcPct val="115000"/>
              </a:lnSpc>
              <a:spcBef>
                <a:spcPts val="0"/>
              </a:spcBef>
              <a:spcAft>
                <a:spcPts val="0"/>
              </a:spcAft>
              <a:buNone/>
              <a:defRPr sz="1000">
                <a:latin typeface="Tomorrow Medium"/>
                <a:ea typeface="Tomorrow Medium"/>
                <a:cs typeface="Tomorrow Medium"/>
                <a:sym typeface="Tomorrow Medium"/>
              </a:defRPr>
            </a:lvl9pPr>
          </a:lstStyle>
          <a:p/>
        </p:txBody>
      </p:sp>
      <p:sp>
        <p:nvSpPr>
          <p:cNvPr id="158" name="Google Shape;158;p15"/>
          <p:cNvSpPr txBox="1"/>
          <p:nvPr>
            <p:ph idx="3"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159" name="Google Shape;159;p15"/>
          <p:cNvSpPr txBox="1"/>
          <p:nvPr>
            <p:ph idx="4"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160" name="Google Shape;160;p15"/>
          <p:cNvSpPr txBox="1"/>
          <p:nvPr>
            <p:ph idx="5"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BLANK_1_1_1_1_1_1_1_1_2_1_1_1_1_1_1">
    <p:spTree>
      <p:nvGrpSpPr>
        <p:cNvPr id="161" name="Shape 161"/>
        <p:cNvGrpSpPr/>
        <p:nvPr/>
      </p:nvGrpSpPr>
      <p:grpSpPr>
        <a:xfrm>
          <a:off x="0" y="0"/>
          <a:ext cx="0" cy="0"/>
          <a:chOff x="0" y="0"/>
          <a:chExt cx="0" cy="0"/>
        </a:xfrm>
      </p:grpSpPr>
      <p:sp>
        <p:nvSpPr>
          <p:cNvPr id="162" name="Google Shape;162;p16"/>
          <p:cNvSpPr txBox="1"/>
          <p:nvPr>
            <p:ph idx="1" type="subTitle"/>
          </p:nvPr>
        </p:nvSpPr>
        <p:spPr>
          <a:xfrm>
            <a:off x="5764919" y="4182087"/>
            <a:ext cx="1379400" cy="262200"/>
          </a:xfrm>
          <a:prstGeom prst="rect">
            <a:avLst/>
          </a:prstGeom>
        </p:spPr>
        <p:txBody>
          <a:bodyPr anchorCtr="0" anchor="t" bIns="0" lIns="0" spcFirstLastPara="1" rIns="0" wrap="square" tIns="0">
            <a:noAutofit/>
          </a:bodyPr>
          <a:lstStyle>
            <a:lvl1pPr lvl="0" algn="ctr">
              <a:lnSpc>
                <a:spcPct val="115000"/>
              </a:lnSpc>
              <a:spcBef>
                <a:spcPts val="0"/>
              </a:spcBef>
              <a:spcAft>
                <a:spcPts val="0"/>
              </a:spcAft>
              <a:buNone/>
              <a:defRPr sz="1000">
                <a:latin typeface="Tomorrow Medium"/>
                <a:ea typeface="Tomorrow Medium"/>
                <a:cs typeface="Tomorrow Medium"/>
                <a:sym typeface="Tomorrow Medium"/>
              </a:defRPr>
            </a:lvl1pPr>
            <a:lvl2pPr lvl="1" algn="ctr">
              <a:lnSpc>
                <a:spcPct val="115000"/>
              </a:lnSpc>
              <a:spcBef>
                <a:spcPts val="0"/>
              </a:spcBef>
              <a:spcAft>
                <a:spcPts val="0"/>
              </a:spcAft>
              <a:buNone/>
              <a:defRPr sz="1000">
                <a:solidFill>
                  <a:schemeClr val="lt1"/>
                </a:solidFill>
                <a:latin typeface="Tomorrow Medium"/>
                <a:ea typeface="Tomorrow Medium"/>
                <a:cs typeface="Tomorrow Medium"/>
                <a:sym typeface="Tomorrow Medium"/>
              </a:defRPr>
            </a:lvl2pPr>
            <a:lvl3pPr lvl="2" algn="ctr">
              <a:lnSpc>
                <a:spcPct val="115000"/>
              </a:lnSpc>
              <a:spcBef>
                <a:spcPts val="0"/>
              </a:spcBef>
              <a:spcAft>
                <a:spcPts val="0"/>
              </a:spcAft>
              <a:buNone/>
              <a:defRPr sz="1000">
                <a:solidFill>
                  <a:schemeClr val="lt1"/>
                </a:solidFill>
                <a:latin typeface="Tomorrow Medium"/>
                <a:ea typeface="Tomorrow Medium"/>
                <a:cs typeface="Tomorrow Medium"/>
                <a:sym typeface="Tomorrow Medium"/>
              </a:defRPr>
            </a:lvl3pPr>
            <a:lvl4pPr lvl="3" algn="ctr">
              <a:lnSpc>
                <a:spcPct val="115000"/>
              </a:lnSpc>
              <a:spcBef>
                <a:spcPts val="0"/>
              </a:spcBef>
              <a:spcAft>
                <a:spcPts val="0"/>
              </a:spcAft>
              <a:buNone/>
              <a:defRPr sz="1000">
                <a:solidFill>
                  <a:schemeClr val="lt1"/>
                </a:solidFill>
                <a:latin typeface="Tomorrow Medium"/>
                <a:ea typeface="Tomorrow Medium"/>
                <a:cs typeface="Tomorrow Medium"/>
                <a:sym typeface="Tomorrow Medium"/>
              </a:defRPr>
            </a:lvl4pPr>
            <a:lvl5pPr lvl="4" algn="ctr">
              <a:lnSpc>
                <a:spcPct val="115000"/>
              </a:lnSpc>
              <a:spcBef>
                <a:spcPts val="0"/>
              </a:spcBef>
              <a:spcAft>
                <a:spcPts val="0"/>
              </a:spcAft>
              <a:buNone/>
              <a:defRPr sz="1000">
                <a:solidFill>
                  <a:schemeClr val="lt1"/>
                </a:solidFill>
                <a:latin typeface="Tomorrow Medium"/>
                <a:ea typeface="Tomorrow Medium"/>
                <a:cs typeface="Tomorrow Medium"/>
                <a:sym typeface="Tomorrow Medium"/>
              </a:defRPr>
            </a:lvl5pPr>
            <a:lvl6pPr lvl="5" algn="ctr">
              <a:lnSpc>
                <a:spcPct val="115000"/>
              </a:lnSpc>
              <a:spcBef>
                <a:spcPts val="0"/>
              </a:spcBef>
              <a:spcAft>
                <a:spcPts val="0"/>
              </a:spcAft>
              <a:buNone/>
              <a:defRPr sz="1000">
                <a:solidFill>
                  <a:schemeClr val="lt1"/>
                </a:solidFill>
                <a:latin typeface="Tomorrow Medium"/>
                <a:ea typeface="Tomorrow Medium"/>
                <a:cs typeface="Tomorrow Medium"/>
                <a:sym typeface="Tomorrow Medium"/>
              </a:defRPr>
            </a:lvl6pPr>
            <a:lvl7pPr lvl="6" algn="ctr">
              <a:lnSpc>
                <a:spcPct val="115000"/>
              </a:lnSpc>
              <a:spcBef>
                <a:spcPts val="0"/>
              </a:spcBef>
              <a:spcAft>
                <a:spcPts val="0"/>
              </a:spcAft>
              <a:buNone/>
              <a:defRPr sz="1000">
                <a:solidFill>
                  <a:schemeClr val="lt1"/>
                </a:solidFill>
                <a:latin typeface="Tomorrow Medium"/>
                <a:ea typeface="Tomorrow Medium"/>
                <a:cs typeface="Tomorrow Medium"/>
                <a:sym typeface="Tomorrow Medium"/>
              </a:defRPr>
            </a:lvl7pPr>
            <a:lvl8pPr lvl="7" algn="ctr">
              <a:lnSpc>
                <a:spcPct val="115000"/>
              </a:lnSpc>
              <a:spcBef>
                <a:spcPts val="0"/>
              </a:spcBef>
              <a:spcAft>
                <a:spcPts val="0"/>
              </a:spcAft>
              <a:buNone/>
              <a:defRPr sz="1000">
                <a:solidFill>
                  <a:schemeClr val="lt1"/>
                </a:solidFill>
                <a:latin typeface="Tomorrow Medium"/>
                <a:ea typeface="Tomorrow Medium"/>
                <a:cs typeface="Tomorrow Medium"/>
                <a:sym typeface="Tomorrow Medium"/>
              </a:defRPr>
            </a:lvl8pPr>
            <a:lvl9pPr lvl="8" algn="ctr">
              <a:lnSpc>
                <a:spcPct val="115000"/>
              </a:lnSpc>
              <a:spcBef>
                <a:spcPts val="0"/>
              </a:spcBef>
              <a:spcAft>
                <a:spcPts val="0"/>
              </a:spcAft>
              <a:buNone/>
              <a:defRPr sz="1000">
                <a:solidFill>
                  <a:schemeClr val="lt1"/>
                </a:solidFill>
                <a:latin typeface="Tomorrow Medium"/>
                <a:ea typeface="Tomorrow Medium"/>
                <a:cs typeface="Tomorrow Medium"/>
                <a:sym typeface="Tomorrow Medium"/>
              </a:defRPr>
            </a:lvl9pPr>
          </a:lstStyle>
          <a:p/>
        </p:txBody>
      </p:sp>
      <p:sp>
        <p:nvSpPr>
          <p:cNvPr id="163" name="Google Shape;163;p16"/>
          <p:cNvSpPr/>
          <p:nvPr>
            <p:ph idx="2" type="pic"/>
          </p:nvPr>
        </p:nvSpPr>
        <p:spPr>
          <a:xfrm>
            <a:off x="7482900" y="3270750"/>
            <a:ext cx="1432500" cy="1432500"/>
          </a:xfrm>
          <a:prstGeom prst="rect">
            <a:avLst/>
          </a:prstGeom>
          <a:noFill/>
          <a:ln>
            <a:noFill/>
          </a:ln>
        </p:spPr>
      </p:sp>
      <p:sp>
        <p:nvSpPr>
          <p:cNvPr id="164" name="Google Shape;164;p16"/>
          <p:cNvSpPr txBox="1"/>
          <p:nvPr>
            <p:ph type="title"/>
          </p:nvPr>
        </p:nvSpPr>
        <p:spPr>
          <a:xfrm>
            <a:off x="724450" y="291900"/>
            <a:ext cx="6267900" cy="2308800"/>
          </a:xfrm>
          <a:prstGeom prst="rect">
            <a:avLst/>
          </a:prstGeom>
        </p:spPr>
        <p:txBody>
          <a:bodyPr anchorCtr="0" anchor="t" bIns="0" lIns="0" spcFirstLastPara="1" rIns="0" wrap="square" tIns="0">
            <a:spAutoFit/>
          </a:bodyPr>
          <a:lstStyle>
            <a:lvl1pPr lvl="0">
              <a:spcBef>
                <a:spcPts val="0"/>
              </a:spcBef>
              <a:spcAft>
                <a:spcPts val="0"/>
              </a:spcAft>
              <a:buNone/>
              <a:defRPr sz="3000">
                <a:latin typeface="Instrument Sans"/>
                <a:ea typeface="Instrument Sans"/>
                <a:cs typeface="Instrument Sans"/>
                <a:sym typeface="Instrument Sans"/>
              </a:defRPr>
            </a:lvl1pPr>
            <a:lvl2pPr lvl="1">
              <a:spcBef>
                <a:spcPts val="0"/>
              </a:spcBef>
              <a:spcAft>
                <a:spcPts val="0"/>
              </a:spcAft>
              <a:buNone/>
              <a:defRPr sz="2100">
                <a:latin typeface="Instrument Sans"/>
                <a:ea typeface="Instrument Sans"/>
                <a:cs typeface="Instrument Sans"/>
                <a:sym typeface="Instrument Sans"/>
              </a:defRPr>
            </a:lvl2pPr>
            <a:lvl3pPr lvl="2">
              <a:spcBef>
                <a:spcPts val="0"/>
              </a:spcBef>
              <a:spcAft>
                <a:spcPts val="0"/>
              </a:spcAft>
              <a:buNone/>
              <a:defRPr sz="2100">
                <a:latin typeface="Instrument Sans"/>
                <a:ea typeface="Instrument Sans"/>
                <a:cs typeface="Instrument Sans"/>
                <a:sym typeface="Instrument Sans"/>
              </a:defRPr>
            </a:lvl3pPr>
            <a:lvl4pPr lvl="3">
              <a:spcBef>
                <a:spcPts val="0"/>
              </a:spcBef>
              <a:spcAft>
                <a:spcPts val="0"/>
              </a:spcAft>
              <a:buNone/>
              <a:defRPr sz="2100">
                <a:latin typeface="Instrument Sans"/>
                <a:ea typeface="Instrument Sans"/>
                <a:cs typeface="Instrument Sans"/>
                <a:sym typeface="Instrument Sans"/>
              </a:defRPr>
            </a:lvl4pPr>
            <a:lvl5pPr lvl="4">
              <a:spcBef>
                <a:spcPts val="0"/>
              </a:spcBef>
              <a:spcAft>
                <a:spcPts val="0"/>
              </a:spcAft>
              <a:buNone/>
              <a:defRPr sz="2100">
                <a:latin typeface="Instrument Sans"/>
                <a:ea typeface="Instrument Sans"/>
                <a:cs typeface="Instrument Sans"/>
                <a:sym typeface="Instrument Sans"/>
              </a:defRPr>
            </a:lvl5pPr>
            <a:lvl6pPr lvl="5">
              <a:spcBef>
                <a:spcPts val="0"/>
              </a:spcBef>
              <a:spcAft>
                <a:spcPts val="0"/>
              </a:spcAft>
              <a:buNone/>
              <a:defRPr sz="2100">
                <a:latin typeface="Instrument Sans"/>
                <a:ea typeface="Instrument Sans"/>
                <a:cs typeface="Instrument Sans"/>
                <a:sym typeface="Instrument Sans"/>
              </a:defRPr>
            </a:lvl6pPr>
            <a:lvl7pPr lvl="6">
              <a:spcBef>
                <a:spcPts val="0"/>
              </a:spcBef>
              <a:spcAft>
                <a:spcPts val="0"/>
              </a:spcAft>
              <a:buNone/>
              <a:defRPr sz="2100">
                <a:latin typeface="Instrument Sans"/>
                <a:ea typeface="Instrument Sans"/>
                <a:cs typeface="Instrument Sans"/>
                <a:sym typeface="Instrument Sans"/>
              </a:defRPr>
            </a:lvl7pPr>
            <a:lvl8pPr lvl="7">
              <a:spcBef>
                <a:spcPts val="0"/>
              </a:spcBef>
              <a:spcAft>
                <a:spcPts val="0"/>
              </a:spcAft>
              <a:buNone/>
              <a:defRPr sz="2100">
                <a:latin typeface="Instrument Sans"/>
                <a:ea typeface="Instrument Sans"/>
                <a:cs typeface="Instrument Sans"/>
                <a:sym typeface="Instrument Sans"/>
              </a:defRPr>
            </a:lvl8pPr>
            <a:lvl9pPr lvl="8">
              <a:spcBef>
                <a:spcPts val="0"/>
              </a:spcBef>
              <a:spcAft>
                <a:spcPts val="0"/>
              </a:spcAft>
              <a:buNone/>
              <a:defRPr sz="2100">
                <a:latin typeface="Instrument Sans"/>
                <a:ea typeface="Instrument Sans"/>
                <a:cs typeface="Instrument Sans"/>
                <a:sym typeface="Instrument Sans"/>
              </a:defRPr>
            </a:lvl9pPr>
          </a:lstStyle>
          <a:p/>
        </p:txBody>
      </p:sp>
      <p:sp>
        <p:nvSpPr>
          <p:cNvPr id="165" name="Google Shape;165;p16"/>
          <p:cNvSpPr txBox="1"/>
          <p:nvPr>
            <p:ph idx="3"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166" name="Google Shape;166;p16"/>
          <p:cNvSpPr txBox="1"/>
          <p:nvPr>
            <p:ph idx="4"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167" name="Google Shape;167;p16"/>
          <p:cNvSpPr txBox="1"/>
          <p:nvPr>
            <p:ph idx="5"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p:cSld name="BLANK_1_1_1_1_1_1_1_1_2_1_1_1_1_1_1_1">
    <p:spTree>
      <p:nvGrpSpPr>
        <p:cNvPr id="168" name="Shape 168"/>
        <p:cNvGrpSpPr/>
        <p:nvPr/>
      </p:nvGrpSpPr>
      <p:grpSpPr>
        <a:xfrm>
          <a:off x="0" y="0"/>
          <a:ext cx="0" cy="0"/>
          <a:chOff x="0" y="0"/>
          <a:chExt cx="0" cy="0"/>
        </a:xfrm>
      </p:grpSpPr>
      <p:sp>
        <p:nvSpPr>
          <p:cNvPr id="169" name="Google Shape;169;p17"/>
          <p:cNvSpPr txBox="1"/>
          <p:nvPr>
            <p:ph idx="1" type="subTitle"/>
          </p:nvPr>
        </p:nvSpPr>
        <p:spPr>
          <a:xfrm>
            <a:off x="574144" y="4182237"/>
            <a:ext cx="1379400" cy="262200"/>
          </a:xfrm>
          <a:prstGeom prst="rect">
            <a:avLst/>
          </a:prstGeom>
        </p:spPr>
        <p:txBody>
          <a:bodyPr anchorCtr="0" anchor="t" bIns="0" lIns="0" spcFirstLastPara="1" rIns="0" wrap="square" tIns="0">
            <a:noAutofit/>
          </a:bodyPr>
          <a:lstStyle>
            <a:lvl1pPr lvl="0" algn="ctr">
              <a:lnSpc>
                <a:spcPct val="115000"/>
              </a:lnSpc>
              <a:spcBef>
                <a:spcPts val="0"/>
              </a:spcBef>
              <a:spcAft>
                <a:spcPts val="0"/>
              </a:spcAft>
              <a:buNone/>
              <a:defRPr sz="1000">
                <a:latin typeface="Tomorrow Medium"/>
                <a:ea typeface="Tomorrow Medium"/>
                <a:cs typeface="Tomorrow Medium"/>
                <a:sym typeface="Tomorrow Medium"/>
              </a:defRPr>
            </a:lvl1pPr>
            <a:lvl2pPr lvl="1" algn="ctr">
              <a:lnSpc>
                <a:spcPct val="115000"/>
              </a:lnSpc>
              <a:spcBef>
                <a:spcPts val="0"/>
              </a:spcBef>
              <a:spcAft>
                <a:spcPts val="0"/>
              </a:spcAft>
              <a:buNone/>
              <a:defRPr sz="1000">
                <a:latin typeface="Tomorrow Medium"/>
                <a:ea typeface="Tomorrow Medium"/>
                <a:cs typeface="Tomorrow Medium"/>
                <a:sym typeface="Tomorrow Medium"/>
              </a:defRPr>
            </a:lvl2pPr>
            <a:lvl3pPr lvl="2" algn="ctr">
              <a:lnSpc>
                <a:spcPct val="115000"/>
              </a:lnSpc>
              <a:spcBef>
                <a:spcPts val="0"/>
              </a:spcBef>
              <a:spcAft>
                <a:spcPts val="0"/>
              </a:spcAft>
              <a:buNone/>
              <a:defRPr sz="1000">
                <a:latin typeface="Tomorrow Medium"/>
                <a:ea typeface="Tomorrow Medium"/>
                <a:cs typeface="Tomorrow Medium"/>
                <a:sym typeface="Tomorrow Medium"/>
              </a:defRPr>
            </a:lvl3pPr>
            <a:lvl4pPr lvl="3" algn="ctr">
              <a:lnSpc>
                <a:spcPct val="115000"/>
              </a:lnSpc>
              <a:spcBef>
                <a:spcPts val="0"/>
              </a:spcBef>
              <a:spcAft>
                <a:spcPts val="0"/>
              </a:spcAft>
              <a:buNone/>
              <a:defRPr sz="1000">
                <a:latin typeface="Tomorrow Medium"/>
                <a:ea typeface="Tomorrow Medium"/>
                <a:cs typeface="Tomorrow Medium"/>
                <a:sym typeface="Tomorrow Medium"/>
              </a:defRPr>
            </a:lvl4pPr>
            <a:lvl5pPr lvl="4" algn="ctr">
              <a:lnSpc>
                <a:spcPct val="115000"/>
              </a:lnSpc>
              <a:spcBef>
                <a:spcPts val="0"/>
              </a:spcBef>
              <a:spcAft>
                <a:spcPts val="0"/>
              </a:spcAft>
              <a:buNone/>
              <a:defRPr sz="1000">
                <a:latin typeface="Tomorrow Medium"/>
                <a:ea typeface="Tomorrow Medium"/>
                <a:cs typeface="Tomorrow Medium"/>
                <a:sym typeface="Tomorrow Medium"/>
              </a:defRPr>
            </a:lvl5pPr>
            <a:lvl6pPr lvl="5" algn="ctr">
              <a:lnSpc>
                <a:spcPct val="115000"/>
              </a:lnSpc>
              <a:spcBef>
                <a:spcPts val="0"/>
              </a:spcBef>
              <a:spcAft>
                <a:spcPts val="0"/>
              </a:spcAft>
              <a:buNone/>
              <a:defRPr sz="1000">
                <a:latin typeface="Tomorrow Medium"/>
                <a:ea typeface="Tomorrow Medium"/>
                <a:cs typeface="Tomorrow Medium"/>
                <a:sym typeface="Tomorrow Medium"/>
              </a:defRPr>
            </a:lvl6pPr>
            <a:lvl7pPr lvl="6" algn="ctr">
              <a:lnSpc>
                <a:spcPct val="115000"/>
              </a:lnSpc>
              <a:spcBef>
                <a:spcPts val="0"/>
              </a:spcBef>
              <a:spcAft>
                <a:spcPts val="0"/>
              </a:spcAft>
              <a:buNone/>
              <a:defRPr sz="1000">
                <a:latin typeface="Tomorrow Medium"/>
                <a:ea typeface="Tomorrow Medium"/>
                <a:cs typeface="Tomorrow Medium"/>
                <a:sym typeface="Tomorrow Medium"/>
              </a:defRPr>
            </a:lvl7pPr>
            <a:lvl8pPr lvl="7" algn="ctr">
              <a:lnSpc>
                <a:spcPct val="115000"/>
              </a:lnSpc>
              <a:spcBef>
                <a:spcPts val="0"/>
              </a:spcBef>
              <a:spcAft>
                <a:spcPts val="0"/>
              </a:spcAft>
              <a:buNone/>
              <a:defRPr sz="1000">
                <a:latin typeface="Tomorrow Medium"/>
                <a:ea typeface="Tomorrow Medium"/>
                <a:cs typeface="Tomorrow Medium"/>
                <a:sym typeface="Tomorrow Medium"/>
              </a:defRPr>
            </a:lvl8pPr>
            <a:lvl9pPr lvl="8" algn="ctr">
              <a:lnSpc>
                <a:spcPct val="115000"/>
              </a:lnSpc>
              <a:spcBef>
                <a:spcPts val="0"/>
              </a:spcBef>
              <a:spcAft>
                <a:spcPts val="0"/>
              </a:spcAft>
              <a:buNone/>
              <a:defRPr sz="1000">
                <a:latin typeface="Tomorrow Medium"/>
                <a:ea typeface="Tomorrow Medium"/>
                <a:cs typeface="Tomorrow Medium"/>
                <a:sym typeface="Tomorrow Medium"/>
              </a:defRPr>
            </a:lvl9pPr>
          </a:lstStyle>
          <a:p/>
        </p:txBody>
      </p:sp>
      <p:sp>
        <p:nvSpPr>
          <p:cNvPr id="170" name="Google Shape;170;p17"/>
          <p:cNvSpPr/>
          <p:nvPr>
            <p:ph idx="2" type="pic"/>
          </p:nvPr>
        </p:nvSpPr>
        <p:spPr>
          <a:xfrm>
            <a:off x="4572096" y="0"/>
            <a:ext cx="4572000" cy="5143500"/>
          </a:xfrm>
          <a:prstGeom prst="rect">
            <a:avLst/>
          </a:prstGeom>
          <a:noFill/>
          <a:ln>
            <a:noFill/>
          </a:ln>
        </p:spPr>
      </p:sp>
      <p:sp>
        <p:nvSpPr>
          <p:cNvPr id="171" name="Google Shape;171;p17"/>
          <p:cNvSpPr txBox="1"/>
          <p:nvPr>
            <p:ph type="title"/>
          </p:nvPr>
        </p:nvSpPr>
        <p:spPr>
          <a:xfrm>
            <a:off x="228600" y="1886650"/>
            <a:ext cx="3551100" cy="1661400"/>
          </a:xfrm>
          <a:prstGeom prst="rect">
            <a:avLst/>
          </a:prstGeom>
        </p:spPr>
        <p:txBody>
          <a:bodyPr anchorCtr="0" anchor="b" bIns="0" lIns="0" spcFirstLastPara="1" rIns="0" wrap="square" tIns="0">
            <a:noAutofit/>
          </a:bodyPr>
          <a:lstStyle>
            <a:lvl1pPr lvl="0">
              <a:spcBef>
                <a:spcPts val="0"/>
              </a:spcBef>
              <a:spcAft>
                <a:spcPts val="0"/>
              </a:spcAft>
              <a:buNone/>
              <a:defRPr sz="1800">
                <a:latin typeface="Instrument Sans"/>
                <a:ea typeface="Instrument Sans"/>
                <a:cs typeface="Instrument Sans"/>
                <a:sym typeface="Instrument Sans"/>
              </a:defRPr>
            </a:lvl1pPr>
            <a:lvl2pPr lvl="1">
              <a:spcBef>
                <a:spcPts val="0"/>
              </a:spcBef>
              <a:spcAft>
                <a:spcPts val="0"/>
              </a:spcAft>
              <a:buNone/>
              <a:defRPr sz="1800">
                <a:latin typeface="Instrument Sans"/>
                <a:ea typeface="Instrument Sans"/>
                <a:cs typeface="Instrument Sans"/>
                <a:sym typeface="Instrument Sans"/>
              </a:defRPr>
            </a:lvl2pPr>
            <a:lvl3pPr lvl="2">
              <a:spcBef>
                <a:spcPts val="0"/>
              </a:spcBef>
              <a:spcAft>
                <a:spcPts val="0"/>
              </a:spcAft>
              <a:buNone/>
              <a:defRPr sz="1800">
                <a:latin typeface="Instrument Sans"/>
                <a:ea typeface="Instrument Sans"/>
                <a:cs typeface="Instrument Sans"/>
                <a:sym typeface="Instrument Sans"/>
              </a:defRPr>
            </a:lvl3pPr>
            <a:lvl4pPr lvl="3">
              <a:spcBef>
                <a:spcPts val="0"/>
              </a:spcBef>
              <a:spcAft>
                <a:spcPts val="0"/>
              </a:spcAft>
              <a:buNone/>
              <a:defRPr sz="1800">
                <a:latin typeface="Instrument Sans"/>
                <a:ea typeface="Instrument Sans"/>
                <a:cs typeface="Instrument Sans"/>
                <a:sym typeface="Instrument Sans"/>
              </a:defRPr>
            </a:lvl4pPr>
            <a:lvl5pPr lvl="4">
              <a:spcBef>
                <a:spcPts val="0"/>
              </a:spcBef>
              <a:spcAft>
                <a:spcPts val="0"/>
              </a:spcAft>
              <a:buNone/>
              <a:defRPr sz="1800">
                <a:latin typeface="Instrument Sans"/>
                <a:ea typeface="Instrument Sans"/>
                <a:cs typeface="Instrument Sans"/>
                <a:sym typeface="Instrument Sans"/>
              </a:defRPr>
            </a:lvl5pPr>
            <a:lvl6pPr lvl="5">
              <a:spcBef>
                <a:spcPts val="0"/>
              </a:spcBef>
              <a:spcAft>
                <a:spcPts val="0"/>
              </a:spcAft>
              <a:buNone/>
              <a:defRPr sz="1800">
                <a:latin typeface="Instrument Sans"/>
                <a:ea typeface="Instrument Sans"/>
                <a:cs typeface="Instrument Sans"/>
                <a:sym typeface="Instrument Sans"/>
              </a:defRPr>
            </a:lvl6pPr>
            <a:lvl7pPr lvl="6">
              <a:spcBef>
                <a:spcPts val="0"/>
              </a:spcBef>
              <a:spcAft>
                <a:spcPts val="0"/>
              </a:spcAft>
              <a:buNone/>
              <a:defRPr sz="1800">
                <a:latin typeface="Instrument Sans"/>
                <a:ea typeface="Instrument Sans"/>
                <a:cs typeface="Instrument Sans"/>
                <a:sym typeface="Instrument Sans"/>
              </a:defRPr>
            </a:lvl7pPr>
            <a:lvl8pPr lvl="7">
              <a:spcBef>
                <a:spcPts val="0"/>
              </a:spcBef>
              <a:spcAft>
                <a:spcPts val="0"/>
              </a:spcAft>
              <a:buNone/>
              <a:defRPr sz="1800">
                <a:latin typeface="Instrument Sans"/>
                <a:ea typeface="Instrument Sans"/>
                <a:cs typeface="Instrument Sans"/>
                <a:sym typeface="Instrument Sans"/>
              </a:defRPr>
            </a:lvl8pPr>
            <a:lvl9pPr lvl="8">
              <a:spcBef>
                <a:spcPts val="0"/>
              </a:spcBef>
              <a:spcAft>
                <a:spcPts val="0"/>
              </a:spcAft>
              <a:buNone/>
              <a:defRPr sz="1800">
                <a:latin typeface="Instrument Sans"/>
                <a:ea typeface="Instrument Sans"/>
                <a:cs typeface="Instrument Sans"/>
                <a:sym typeface="Instrument Sans"/>
              </a:defRPr>
            </a:lvl9pPr>
          </a:lstStyle>
          <a:p/>
        </p:txBody>
      </p:sp>
      <p:sp>
        <p:nvSpPr>
          <p:cNvPr id="172" name="Google Shape;172;p17"/>
          <p:cNvSpPr txBox="1"/>
          <p:nvPr>
            <p:ph idx="3"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173" name="Google Shape;173;p17"/>
          <p:cNvSpPr txBox="1"/>
          <p:nvPr>
            <p:ph idx="4"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174" name="Google Shape;174;p17"/>
          <p:cNvSpPr txBox="1"/>
          <p:nvPr>
            <p:ph idx="5"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_1">
    <p:spTree>
      <p:nvGrpSpPr>
        <p:cNvPr id="175" name="Shape 175"/>
        <p:cNvGrpSpPr/>
        <p:nvPr/>
      </p:nvGrpSpPr>
      <p:grpSpPr>
        <a:xfrm>
          <a:off x="0" y="0"/>
          <a:ext cx="0" cy="0"/>
          <a:chOff x="0" y="0"/>
          <a:chExt cx="0" cy="0"/>
        </a:xfrm>
      </p:grpSpPr>
      <p:sp>
        <p:nvSpPr>
          <p:cNvPr id="176" name="Google Shape;176;p18"/>
          <p:cNvSpPr txBox="1"/>
          <p:nvPr>
            <p:ph type="title"/>
          </p:nvPr>
        </p:nvSpPr>
        <p:spPr>
          <a:xfrm>
            <a:off x="459900" y="423850"/>
            <a:ext cx="4484400" cy="273000"/>
          </a:xfrm>
          <a:prstGeom prst="rect">
            <a:avLst/>
          </a:prstGeom>
        </p:spPr>
        <p:txBody>
          <a:bodyPr anchorCtr="0" anchor="t" bIns="0" lIns="0" spcFirstLastPara="1" rIns="0" wrap="square" tIns="0">
            <a:noAutofit/>
          </a:bodyPr>
          <a:lstStyle>
            <a:lvl1pPr lvl="0">
              <a:spcBef>
                <a:spcPts val="0"/>
              </a:spcBef>
              <a:spcAft>
                <a:spcPts val="0"/>
              </a:spcAft>
              <a:buNone/>
              <a:defRPr sz="1800"/>
            </a:lvl1pPr>
            <a:lvl2pPr lvl="1">
              <a:spcBef>
                <a:spcPts val="0"/>
              </a:spcBef>
              <a:spcAft>
                <a:spcPts val="0"/>
              </a:spcAft>
              <a:buNone/>
              <a:defRPr sz="1800"/>
            </a:lvl2pPr>
            <a:lvl3pPr lvl="2">
              <a:spcBef>
                <a:spcPts val="0"/>
              </a:spcBef>
              <a:spcAft>
                <a:spcPts val="0"/>
              </a:spcAft>
              <a:buNone/>
              <a:defRPr sz="1800"/>
            </a:lvl3pPr>
            <a:lvl4pPr lvl="3">
              <a:spcBef>
                <a:spcPts val="0"/>
              </a:spcBef>
              <a:spcAft>
                <a:spcPts val="0"/>
              </a:spcAft>
              <a:buNone/>
              <a:defRPr sz="1800"/>
            </a:lvl4pPr>
            <a:lvl5pPr lvl="4">
              <a:spcBef>
                <a:spcPts val="0"/>
              </a:spcBef>
              <a:spcAft>
                <a:spcPts val="0"/>
              </a:spcAft>
              <a:buNone/>
              <a:defRPr sz="1800"/>
            </a:lvl5pPr>
            <a:lvl6pPr lvl="5">
              <a:spcBef>
                <a:spcPts val="0"/>
              </a:spcBef>
              <a:spcAft>
                <a:spcPts val="0"/>
              </a:spcAft>
              <a:buNone/>
              <a:defRPr sz="1800"/>
            </a:lvl6pPr>
            <a:lvl7pPr lvl="6">
              <a:spcBef>
                <a:spcPts val="0"/>
              </a:spcBef>
              <a:spcAft>
                <a:spcPts val="0"/>
              </a:spcAft>
              <a:buNone/>
              <a:defRPr sz="1800"/>
            </a:lvl7pPr>
            <a:lvl8pPr lvl="7">
              <a:spcBef>
                <a:spcPts val="0"/>
              </a:spcBef>
              <a:spcAft>
                <a:spcPts val="0"/>
              </a:spcAft>
              <a:buNone/>
              <a:defRPr sz="1800"/>
            </a:lvl8pPr>
            <a:lvl9pPr lvl="8">
              <a:spcBef>
                <a:spcPts val="0"/>
              </a:spcBef>
              <a:spcAft>
                <a:spcPts val="0"/>
              </a:spcAft>
              <a:buNone/>
              <a:defRPr sz="1800"/>
            </a:lvl9pPr>
          </a:lstStyle>
          <a:p/>
        </p:txBody>
      </p:sp>
      <p:sp>
        <p:nvSpPr>
          <p:cNvPr id="177" name="Google Shape;177;p18"/>
          <p:cNvSpPr txBox="1"/>
          <p:nvPr>
            <p:ph idx="1" type="subTitle"/>
          </p:nvPr>
        </p:nvSpPr>
        <p:spPr>
          <a:xfrm>
            <a:off x="228600" y="220050"/>
            <a:ext cx="2427000" cy="153900"/>
          </a:xfrm>
          <a:prstGeom prst="rect">
            <a:avLst/>
          </a:prstGeom>
        </p:spPr>
        <p:txBody>
          <a:bodyPr anchorCtr="0" anchor="t" bIns="0" lIns="0" spcFirstLastPara="1" rIns="0" wrap="square" tIns="0">
            <a:spAutoFit/>
          </a:bodyPr>
          <a:lstStyle>
            <a:lvl1pPr lvl="0">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2pPr>
            <a:lvl3pPr lvl="2">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3pPr>
            <a:lvl4pPr lvl="3">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4pPr>
            <a:lvl5pPr lvl="4">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5pPr>
            <a:lvl6pPr lvl="5">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6pPr>
            <a:lvl7pPr lvl="6">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7pPr>
            <a:lvl8pPr lvl="7">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8pPr>
            <a:lvl9pPr lvl="8">
              <a:spcBef>
                <a:spcPts val="0"/>
              </a:spcBef>
              <a:spcAft>
                <a:spcPts val="0"/>
              </a:spcAft>
              <a:buNone/>
              <a:defRPr sz="1000">
                <a:solidFill>
                  <a:schemeClr val="accent1"/>
                </a:solidFill>
                <a:latin typeface="Instrument Sans SemiBold"/>
                <a:ea typeface="Instrument Sans SemiBold"/>
                <a:cs typeface="Instrument Sans SemiBold"/>
                <a:sym typeface="Instrument Sans SemiBold"/>
              </a:defRPr>
            </a:lvl9pPr>
          </a:lstStyle>
          <a:p/>
        </p:txBody>
      </p:sp>
      <p:sp>
        <p:nvSpPr>
          <p:cNvPr id="178" name="Google Shape;178;p18"/>
          <p:cNvSpPr/>
          <p:nvPr/>
        </p:nvSpPr>
        <p:spPr>
          <a:xfrm rot="5400000">
            <a:off x="216900" y="486850"/>
            <a:ext cx="170400" cy="147000"/>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79" name="Google Shape;179;p18"/>
          <p:cNvSpPr txBox="1"/>
          <p:nvPr>
            <p:ph idx="2" type="subTitle"/>
          </p:nvPr>
        </p:nvSpPr>
        <p:spPr>
          <a:xfrm>
            <a:off x="460025" y="2463700"/>
            <a:ext cx="1464000" cy="16674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2800">
                <a:solidFill>
                  <a:schemeClr val="accent1"/>
                </a:solidFill>
                <a:latin typeface="Tomorrow"/>
                <a:ea typeface="Tomorrow"/>
                <a:cs typeface="Tomorrow"/>
                <a:sym typeface="Tomorrow"/>
              </a:defRPr>
            </a:lvl1pPr>
            <a:lvl2pPr lvl="1">
              <a:lnSpc>
                <a:spcPct val="95000"/>
              </a:lnSpc>
              <a:spcBef>
                <a:spcPts val="0"/>
              </a:spcBef>
              <a:spcAft>
                <a:spcPts val="0"/>
              </a:spcAft>
              <a:buNone/>
              <a:defRPr sz="2800">
                <a:solidFill>
                  <a:schemeClr val="accent1"/>
                </a:solidFill>
                <a:latin typeface="Tomorrow"/>
                <a:ea typeface="Tomorrow"/>
                <a:cs typeface="Tomorrow"/>
                <a:sym typeface="Tomorrow"/>
              </a:defRPr>
            </a:lvl2pPr>
            <a:lvl3pPr lvl="2">
              <a:lnSpc>
                <a:spcPct val="95000"/>
              </a:lnSpc>
              <a:spcBef>
                <a:spcPts val="0"/>
              </a:spcBef>
              <a:spcAft>
                <a:spcPts val="0"/>
              </a:spcAft>
              <a:buNone/>
              <a:defRPr sz="2800">
                <a:solidFill>
                  <a:schemeClr val="accent1"/>
                </a:solidFill>
                <a:latin typeface="Tomorrow"/>
                <a:ea typeface="Tomorrow"/>
                <a:cs typeface="Tomorrow"/>
                <a:sym typeface="Tomorrow"/>
              </a:defRPr>
            </a:lvl3pPr>
            <a:lvl4pPr lvl="3">
              <a:lnSpc>
                <a:spcPct val="95000"/>
              </a:lnSpc>
              <a:spcBef>
                <a:spcPts val="0"/>
              </a:spcBef>
              <a:spcAft>
                <a:spcPts val="0"/>
              </a:spcAft>
              <a:buNone/>
              <a:defRPr sz="2800">
                <a:solidFill>
                  <a:schemeClr val="accent1"/>
                </a:solidFill>
                <a:latin typeface="Tomorrow"/>
                <a:ea typeface="Tomorrow"/>
                <a:cs typeface="Tomorrow"/>
                <a:sym typeface="Tomorrow"/>
              </a:defRPr>
            </a:lvl4pPr>
            <a:lvl5pPr lvl="4">
              <a:lnSpc>
                <a:spcPct val="95000"/>
              </a:lnSpc>
              <a:spcBef>
                <a:spcPts val="0"/>
              </a:spcBef>
              <a:spcAft>
                <a:spcPts val="0"/>
              </a:spcAft>
              <a:buNone/>
              <a:defRPr sz="2800">
                <a:solidFill>
                  <a:schemeClr val="accent1"/>
                </a:solidFill>
                <a:latin typeface="Tomorrow"/>
                <a:ea typeface="Tomorrow"/>
                <a:cs typeface="Tomorrow"/>
                <a:sym typeface="Tomorrow"/>
              </a:defRPr>
            </a:lvl5pPr>
            <a:lvl6pPr lvl="5">
              <a:lnSpc>
                <a:spcPct val="95000"/>
              </a:lnSpc>
              <a:spcBef>
                <a:spcPts val="0"/>
              </a:spcBef>
              <a:spcAft>
                <a:spcPts val="0"/>
              </a:spcAft>
              <a:buNone/>
              <a:defRPr sz="2800">
                <a:solidFill>
                  <a:schemeClr val="accent1"/>
                </a:solidFill>
                <a:latin typeface="Tomorrow"/>
                <a:ea typeface="Tomorrow"/>
                <a:cs typeface="Tomorrow"/>
                <a:sym typeface="Tomorrow"/>
              </a:defRPr>
            </a:lvl6pPr>
            <a:lvl7pPr lvl="6">
              <a:lnSpc>
                <a:spcPct val="95000"/>
              </a:lnSpc>
              <a:spcBef>
                <a:spcPts val="0"/>
              </a:spcBef>
              <a:spcAft>
                <a:spcPts val="0"/>
              </a:spcAft>
              <a:buNone/>
              <a:defRPr sz="2800">
                <a:solidFill>
                  <a:schemeClr val="accent1"/>
                </a:solidFill>
                <a:latin typeface="Tomorrow"/>
                <a:ea typeface="Tomorrow"/>
                <a:cs typeface="Tomorrow"/>
                <a:sym typeface="Tomorrow"/>
              </a:defRPr>
            </a:lvl7pPr>
            <a:lvl8pPr lvl="7">
              <a:lnSpc>
                <a:spcPct val="95000"/>
              </a:lnSpc>
              <a:spcBef>
                <a:spcPts val="0"/>
              </a:spcBef>
              <a:spcAft>
                <a:spcPts val="0"/>
              </a:spcAft>
              <a:buNone/>
              <a:defRPr sz="2800">
                <a:solidFill>
                  <a:schemeClr val="accent1"/>
                </a:solidFill>
                <a:latin typeface="Tomorrow"/>
                <a:ea typeface="Tomorrow"/>
                <a:cs typeface="Tomorrow"/>
                <a:sym typeface="Tomorrow"/>
              </a:defRPr>
            </a:lvl8pPr>
            <a:lvl9pPr lvl="8">
              <a:lnSpc>
                <a:spcPct val="95000"/>
              </a:lnSpc>
              <a:spcBef>
                <a:spcPts val="0"/>
              </a:spcBef>
              <a:spcAft>
                <a:spcPts val="0"/>
              </a:spcAft>
              <a:buNone/>
              <a:defRPr sz="2800">
                <a:solidFill>
                  <a:schemeClr val="accent1"/>
                </a:solidFill>
                <a:latin typeface="Tomorrow"/>
                <a:ea typeface="Tomorrow"/>
                <a:cs typeface="Tomorrow"/>
                <a:sym typeface="Tomorrow"/>
              </a:defRPr>
            </a:lvl9pPr>
          </a:lstStyle>
          <a:p/>
        </p:txBody>
      </p:sp>
      <p:sp>
        <p:nvSpPr>
          <p:cNvPr id="180" name="Google Shape;180;p18"/>
          <p:cNvSpPr txBox="1"/>
          <p:nvPr>
            <p:ph idx="3" type="subTitle"/>
          </p:nvPr>
        </p:nvSpPr>
        <p:spPr>
          <a:xfrm>
            <a:off x="2713400" y="2463700"/>
            <a:ext cx="1464000" cy="16674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2800">
                <a:latin typeface="Tomorrow"/>
                <a:ea typeface="Tomorrow"/>
                <a:cs typeface="Tomorrow"/>
                <a:sym typeface="Tomorrow"/>
              </a:defRPr>
            </a:lvl1pPr>
            <a:lvl2pPr lvl="1">
              <a:lnSpc>
                <a:spcPct val="95000"/>
              </a:lnSpc>
              <a:spcBef>
                <a:spcPts val="0"/>
              </a:spcBef>
              <a:spcAft>
                <a:spcPts val="0"/>
              </a:spcAft>
              <a:buNone/>
              <a:defRPr sz="2800">
                <a:latin typeface="Tomorrow"/>
                <a:ea typeface="Tomorrow"/>
                <a:cs typeface="Tomorrow"/>
                <a:sym typeface="Tomorrow"/>
              </a:defRPr>
            </a:lvl2pPr>
            <a:lvl3pPr lvl="2">
              <a:lnSpc>
                <a:spcPct val="95000"/>
              </a:lnSpc>
              <a:spcBef>
                <a:spcPts val="0"/>
              </a:spcBef>
              <a:spcAft>
                <a:spcPts val="0"/>
              </a:spcAft>
              <a:buNone/>
              <a:defRPr sz="2800">
                <a:latin typeface="Tomorrow"/>
                <a:ea typeface="Tomorrow"/>
                <a:cs typeface="Tomorrow"/>
                <a:sym typeface="Tomorrow"/>
              </a:defRPr>
            </a:lvl3pPr>
            <a:lvl4pPr lvl="3">
              <a:lnSpc>
                <a:spcPct val="95000"/>
              </a:lnSpc>
              <a:spcBef>
                <a:spcPts val="0"/>
              </a:spcBef>
              <a:spcAft>
                <a:spcPts val="0"/>
              </a:spcAft>
              <a:buNone/>
              <a:defRPr sz="2800">
                <a:latin typeface="Tomorrow"/>
                <a:ea typeface="Tomorrow"/>
                <a:cs typeface="Tomorrow"/>
                <a:sym typeface="Tomorrow"/>
              </a:defRPr>
            </a:lvl4pPr>
            <a:lvl5pPr lvl="4">
              <a:lnSpc>
                <a:spcPct val="95000"/>
              </a:lnSpc>
              <a:spcBef>
                <a:spcPts val="0"/>
              </a:spcBef>
              <a:spcAft>
                <a:spcPts val="0"/>
              </a:spcAft>
              <a:buNone/>
              <a:defRPr sz="2800">
                <a:latin typeface="Tomorrow"/>
                <a:ea typeface="Tomorrow"/>
                <a:cs typeface="Tomorrow"/>
                <a:sym typeface="Tomorrow"/>
              </a:defRPr>
            </a:lvl5pPr>
            <a:lvl6pPr lvl="5">
              <a:lnSpc>
                <a:spcPct val="95000"/>
              </a:lnSpc>
              <a:spcBef>
                <a:spcPts val="0"/>
              </a:spcBef>
              <a:spcAft>
                <a:spcPts val="0"/>
              </a:spcAft>
              <a:buNone/>
              <a:defRPr sz="2800">
                <a:latin typeface="Tomorrow"/>
                <a:ea typeface="Tomorrow"/>
                <a:cs typeface="Tomorrow"/>
                <a:sym typeface="Tomorrow"/>
              </a:defRPr>
            </a:lvl6pPr>
            <a:lvl7pPr lvl="6">
              <a:lnSpc>
                <a:spcPct val="95000"/>
              </a:lnSpc>
              <a:spcBef>
                <a:spcPts val="0"/>
              </a:spcBef>
              <a:spcAft>
                <a:spcPts val="0"/>
              </a:spcAft>
              <a:buNone/>
              <a:defRPr sz="2800">
                <a:latin typeface="Tomorrow"/>
                <a:ea typeface="Tomorrow"/>
                <a:cs typeface="Tomorrow"/>
                <a:sym typeface="Tomorrow"/>
              </a:defRPr>
            </a:lvl7pPr>
            <a:lvl8pPr lvl="7">
              <a:lnSpc>
                <a:spcPct val="95000"/>
              </a:lnSpc>
              <a:spcBef>
                <a:spcPts val="0"/>
              </a:spcBef>
              <a:spcAft>
                <a:spcPts val="0"/>
              </a:spcAft>
              <a:buNone/>
              <a:defRPr sz="2800">
                <a:latin typeface="Tomorrow"/>
                <a:ea typeface="Tomorrow"/>
                <a:cs typeface="Tomorrow"/>
                <a:sym typeface="Tomorrow"/>
              </a:defRPr>
            </a:lvl8pPr>
            <a:lvl9pPr lvl="8">
              <a:lnSpc>
                <a:spcPct val="95000"/>
              </a:lnSpc>
              <a:spcBef>
                <a:spcPts val="0"/>
              </a:spcBef>
              <a:spcAft>
                <a:spcPts val="0"/>
              </a:spcAft>
              <a:buNone/>
              <a:defRPr sz="2800">
                <a:latin typeface="Tomorrow"/>
                <a:ea typeface="Tomorrow"/>
                <a:cs typeface="Tomorrow"/>
                <a:sym typeface="Tomorrow"/>
              </a:defRPr>
            </a:lvl9pPr>
          </a:lstStyle>
          <a:p/>
        </p:txBody>
      </p:sp>
      <p:sp>
        <p:nvSpPr>
          <p:cNvPr id="181" name="Google Shape;181;p18"/>
          <p:cNvSpPr txBox="1"/>
          <p:nvPr>
            <p:ph idx="4" type="subTitle"/>
          </p:nvPr>
        </p:nvSpPr>
        <p:spPr>
          <a:xfrm>
            <a:off x="4966775" y="2463700"/>
            <a:ext cx="1464000" cy="16674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2800">
                <a:latin typeface="Tomorrow"/>
                <a:ea typeface="Tomorrow"/>
                <a:cs typeface="Tomorrow"/>
                <a:sym typeface="Tomorrow"/>
              </a:defRPr>
            </a:lvl1pPr>
            <a:lvl2pPr lvl="1">
              <a:lnSpc>
                <a:spcPct val="95000"/>
              </a:lnSpc>
              <a:spcBef>
                <a:spcPts val="0"/>
              </a:spcBef>
              <a:spcAft>
                <a:spcPts val="0"/>
              </a:spcAft>
              <a:buNone/>
              <a:defRPr sz="2800">
                <a:latin typeface="Tomorrow"/>
                <a:ea typeface="Tomorrow"/>
                <a:cs typeface="Tomorrow"/>
                <a:sym typeface="Tomorrow"/>
              </a:defRPr>
            </a:lvl2pPr>
            <a:lvl3pPr lvl="2">
              <a:lnSpc>
                <a:spcPct val="95000"/>
              </a:lnSpc>
              <a:spcBef>
                <a:spcPts val="0"/>
              </a:spcBef>
              <a:spcAft>
                <a:spcPts val="0"/>
              </a:spcAft>
              <a:buNone/>
              <a:defRPr sz="2800">
                <a:latin typeface="Tomorrow"/>
                <a:ea typeface="Tomorrow"/>
                <a:cs typeface="Tomorrow"/>
                <a:sym typeface="Tomorrow"/>
              </a:defRPr>
            </a:lvl3pPr>
            <a:lvl4pPr lvl="3">
              <a:lnSpc>
                <a:spcPct val="95000"/>
              </a:lnSpc>
              <a:spcBef>
                <a:spcPts val="0"/>
              </a:spcBef>
              <a:spcAft>
                <a:spcPts val="0"/>
              </a:spcAft>
              <a:buNone/>
              <a:defRPr sz="2800">
                <a:latin typeface="Tomorrow"/>
                <a:ea typeface="Tomorrow"/>
                <a:cs typeface="Tomorrow"/>
                <a:sym typeface="Tomorrow"/>
              </a:defRPr>
            </a:lvl4pPr>
            <a:lvl5pPr lvl="4">
              <a:lnSpc>
                <a:spcPct val="95000"/>
              </a:lnSpc>
              <a:spcBef>
                <a:spcPts val="0"/>
              </a:spcBef>
              <a:spcAft>
                <a:spcPts val="0"/>
              </a:spcAft>
              <a:buNone/>
              <a:defRPr sz="2800">
                <a:latin typeface="Tomorrow"/>
                <a:ea typeface="Tomorrow"/>
                <a:cs typeface="Tomorrow"/>
                <a:sym typeface="Tomorrow"/>
              </a:defRPr>
            </a:lvl5pPr>
            <a:lvl6pPr lvl="5">
              <a:lnSpc>
                <a:spcPct val="95000"/>
              </a:lnSpc>
              <a:spcBef>
                <a:spcPts val="0"/>
              </a:spcBef>
              <a:spcAft>
                <a:spcPts val="0"/>
              </a:spcAft>
              <a:buNone/>
              <a:defRPr sz="2800">
                <a:latin typeface="Tomorrow"/>
                <a:ea typeface="Tomorrow"/>
                <a:cs typeface="Tomorrow"/>
                <a:sym typeface="Tomorrow"/>
              </a:defRPr>
            </a:lvl6pPr>
            <a:lvl7pPr lvl="6">
              <a:lnSpc>
                <a:spcPct val="95000"/>
              </a:lnSpc>
              <a:spcBef>
                <a:spcPts val="0"/>
              </a:spcBef>
              <a:spcAft>
                <a:spcPts val="0"/>
              </a:spcAft>
              <a:buNone/>
              <a:defRPr sz="2800">
                <a:latin typeface="Tomorrow"/>
                <a:ea typeface="Tomorrow"/>
                <a:cs typeface="Tomorrow"/>
                <a:sym typeface="Tomorrow"/>
              </a:defRPr>
            </a:lvl7pPr>
            <a:lvl8pPr lvl="7">
              <a:lnSpc>
                <a:spcPct val="95000"/>
              </a:lnSpc>
              <a:spcBef>
                <a:spcPts val="0"/>
              </a:spcBef>
              <a:spcAft>
                <a:spcPts val="0"/>
              </a:spcAft>
              <a:buNone/>
              <a:defRPr sz="2800">
                <a:latin typeface="Tomorrow"/>
                <a:ea typeface="Tomorrow"/>
                <a:cs typeface="Tomorrow"/>
                <a:sym typeface="Tomorrow"/>
              </a:defRPr>
            </a:lvl8pPr>
            <a:lvl9pPr lvl="8">
              <a:lnSpc>
                <a:spcPct val="95000"/>
              </a:lnSpc>
              <a:spcBef>
                <a:spcPts val="0"/>
              </a:spcBef>
              <a:spcAft>
                <a:spcPts val="0"/>
              </a:spcAft>
              <a:buNone/>
              <a:defRPr sz="2800">
                <a:latin typeface="Tomorrow"/>
                <a:ea typeface="Tomorrow"/>
                <a:cs typeface="Tomorrow"/>
                <a:sym typeface="Tomorrow"/>
              </a:defRPr>
            </a:lvl9pPr>
          </a:lstStyle>
          <a:p/>
        </p:txBody>
      </p:sp>
      <p:sp>
        <p:nvSpPr>
          <p:cNvPr id="182" name="Google Shape;182;p18"/>
          <p:cNvSpPr txBox="1"/>
          <p:nvPr>
            <p:ph idx="5" type="subTitle"/>
          </p:nvPr>
        </p:nvSpPr>
        <p:spPr>
          <a:xfrm>
            <a:off x="7220150" y="2463700"/>
            <a:ext cx="1464000" cy="1667400"/>
          </a:xfrm>
          <a:prstGeom prst="rect">
            <a:avLst/>
          </a:prstGeom>
        </p:spPr>
        <p:txBody>
          <a:bodyPr anchorCtr="0" anchor="t" bIns="0" lIns="0" spcFirstLastPara="1" rIns="0" wrap="square" tIns="0">
            <a:noAutofit/>
          </a:bodyPr>
          <a:lstStyle>
            <a:lvl1pPr lvl="0" algn="l">
              <a:lnSpc>
                <a:spcPct val="95000"/>
              </a:lnSpc>
              <a:spcBef>
                <a:spcPts val="0"/>
              </a:spcBef>
              <a:spcAft>
                <a:spcPts val="0"/>
              </a:spcAft>
              <a:buNone/>
              <a:defRPr sz="2800">
                <a:latin typeface="Tomorrow"/>
                <a:ea typeface="Tomorrow"/>
                <a:cs typeface="Tomorrow"/>
                <a:sym typeface="Tomorrow"/>
              </a:defRPr>
            </a:lvl1pPr>
            <a:lvl2pPr lvl="1" algn="l">
              <a:lnSpc>
                <a:spcPct val="95000"/>
              </a:lnSpc>
              <a:spcBef>
                <a:spcPts val="0"/>
              </a:spcBef>
              <a:spcAft>
                <a:spcPts val="0"/>
              </a:spcAft>
              <a:buNone/>
              <a:defRPr sz="2800">
                <a:latin typeface="Tomorrow"/>
                <a:ea typeface="Tomorrow"/>
                <a:cs typeface="Tomorrow"/>
                <a:sym typeface="Tomorrow"/>
              </a:defRPr>
            </a:lvl2pPr>
            <a:lvl3pPr lvl="2" algn="l">
              <a:lnSpc>
                <a:spcPct val="95000"/>
              </a:lnSpc>
              <a:spcBef>
                <a:spcPts val="0"/>
              </a:spcBef>
              <a:spcAft>
                <a:spcPts val="0"/>
              </a:spcAft>
              <a:buNone/>
              <a:defRPr sz="2800">
                <a:latin typeface="Tomorrow"/>
                <a:ea typeface="Tomorrow"/>
                <a:cs typeface="Tomorrow"/>
                <a:sym typeface="Tomorrow"/>
              </a:defRPr>
            </a:lvl3pPr>
            <a:lvl4pPr lvl="3" algn="l">
              <a:lnSpc>
                <a:spcPct val="95000"/>
              </a:lnSpc>
              <a:spcBef>
                <a:spcPts val="0"/>
              </a:spcBef>
              <a:spcAft>
                <a:spcPts val="0"/>
              </a:spcAft>
              <a:buNone/>
              <a:defRPr sz="2800">
                <a:latin typeface="Tomorrow"/>
                <a:ea typeface="Tomorrow"/>
                <a:cs typeface="Tomorrow"/>
                <a:sym typeface="Tomorrow"/>
              </a:defRPr>
            </a:lvl4pPr>
            <a:lvl5pPr lvl="4" algn="l">
              <a:lnSpc>
                <a:spcPct val="95000"/>
              </a:lnSpc>
              <a:spcBef>
                <a:spcPts val="0"/>
              </a:spcBef>
              <a:spcAft>
                <a:spcPts val="0"/>
              </a:spcAft>
              <a:buNone/>
              <a:defRPr sz="2800">
                <a:latin typeface="Tomorrow"/>
                <a:ea typeface="Tomorrow"/>
                <a:cs typeface="Tomorrow"/>
                <a:sym typeface="Tomorrow"/>
              </a:defRPr>
            </a:lvl5pPr>
            <a:lvl6pPr lvl="5" algn="l">
              <a:lnSpc>
                <a:spcPct val="95000"/>
              </a:lnSpc>
              <a:spcBef>
                <a:spcPts val="0"/>
              </a:spcBef>
              <a:spcAft>
                <a:spcPts val="0"/>
              </a:spcAft>
              <a:buNone/>
              <a:defRPr sz="2800">
                <a:latin typeface="Tomorrow"/>
                <a:ea typeface="Tomorrow"/>
                <a:cs typeface="Tomorrow"/>
                <a:sym typeface="Tomorrow"/>
              </a:defRPr>
            </a:lvl6pPr>
            <a:lvl7pPr lvl="6" algn="l">
              <a:lnSpc>
                <a:spcPct val="95000"/>
              </a:lnSpc>
              <a:spcBef>
                <a:spcPts val="0"/>
              </a:spcBef>
              <a:spcAft>
                <a:spcPts val="0"/>
              </a:spcAft>
              <a:buNone/>
              <a:defRPr sz="2800">
                <a:latin typeface="Tomorrow"/>
                <a:ea typeface="Tomorrow"/>
                <a:cs typeface="Tomorrow"/>
                <a:sym typeface="Tomorrow"/>
              </a:defRPr>
            </a:lvl7pPr>
            <a:lvl8pPr lvl="7" algn="l">
              <a:lnSpc>
                <a:spcPct val="95000"/>
              </a:lnSpc>
              <a:spcBef>
                <a:spcPts val="0"/>
              </a:spcBef>
              <a:spcAft>
                <a:spcPts val="0"/>
              </a:spcAft>
              <a:buNone/>
              <a:defRPr sz="2800">
                <a:latin typeface="Tomorrow"/>
                <a:ea typeface="Tomorrow"/>
                <a:cs typeface="Tomorrow"/>
                <a:sym typeface="Tomorrow"/>
              </a:defRPr>
            </a:lvl8pPr>
            <a:lvl9pPr lvl="8" algn="l">
              <a:lnSpc>
                <a:spcPct val="95000"/>
              </a:lnSpc>
              <a:spcBef>
                <a:spcPts val="0"/>
              </a:spcBef>
              <a:spcAft>
                <a:spcPts val="0"/>
              </a:spcAft>
              <a:buNone/>
              <a:defRPr sz="2800">
                <a:latin typeface="Tomorrow"/>
                <a:ea typeface="Tomorrow"/>
                <a:cs typeface="Tomorrow"/>
                <a:sym typeface="Tomorrow"/>
              </a:defRPr>
            </a:lvl9pPr>
          </a:lstStyle>
          <a:p/>
        </p:txBody>
      </p:sp>
      <p:sp>
        <p:nvSpPr>
          <p:cNvPr id="183" name="Google Shape;183;p18"/>
          <p:cNvSpPr txBox="1"/>
          <p:nvPr>
            <p:ph idx="6"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184" name="Google Shape;184;p18"/>
          <p:cNvSpPr txBox="1"/>
          <p:nvPr>
            <p:ph idx="7"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185" name="Google Shape;185;p18"/>
          <p:cNvSpPr txBox="1"/>
          <p:nvPr>
            <p:ph idx="8"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6" name="Shape 186"/>
        <p:cNvGrpSpPr/>
        <p:nvPr/>
      </p:nvGrpSpPr>
      <p:grpSpPr>
        <a:xfrm>
          <a:off x="0" y="0"/>
          <a:ext cx="0" cy="0"/>
          <a:chOff x="0" y="0"/>
          <a:chExt cx="0" cy="0"/>
        </a:xfrm>
      </p:grpSpPr>
      <p:sp>
        <p:nvSpPr>
          <p:cNvPr id="187" name="Google Shape;187;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88" name="Google Shape;188;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89" name="Shape 189"/>
        <p:cNvGrpSpPr/>
        <p:nvPr/>
      </p:nvGrpSpPr>
      <p:grpSpPr>
        <a:xfrm>
          <a:off x="0" y="0"/>
          <a:ext cx="0" cy="0"/>
          <a:chOff x="0" y="0"/>
          <a:chExt cx="0" cy="0"/>
        </a:xfrm>
      </p:grpSpPr>
      <p:sp>
        <p:nvSpPr>
          <p:cNvPr id="190" name="Google Shape;190;p2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91" name="Shape 191"/>
        <p:cNvGrpSpPr/>
        <p:nvPr/>
      </p:nvGrpSpPr>
      <p:grpSpPr>
        <a:xfrm>
          <a:off x="0" y="0"/>
          <a:ext cx="0" cy="0"/>
          <a:chOff x="0" y="0"/>
          <a:chExt cx="0" cy="0"/>
        </a:xfrm>
      </p:grpSpPr>
      <p:sp>
        <p:nvSpPr>
          <p:cNvPr id="192" name="Google Shape;192;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93" name="Google Shape;193;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194" name="Shape 194"/>
        <p:cNvGrpSpPr/>
        <p:nvPr/>
      </p:nvGrpSpPr>
      <p:grpSpPr>
        <a:xfrm>
          <a:off x="0" y="0"/>
          <a:ext cx="0" cy="0"/>
          <a:chOff x="0" y="0"/>
          <a:chExt cx="0" cy="0"/>
        </a:xfrm>
      </p:grpSpPr>
      <p:sp>
        <p:nvSpPr>
          <p:cNvPr id="195" name="Google Shape;195;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96" name="Google Shape;196;p2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7" name="Google Shape;197;p2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98" name="Shape 198"/>
        <p:cNvGrpSpPr/>
        <p:nvPr/>
      </p:nvGrpSpPr>
      <p:grpSpPr>
        <a:xfrm>
          <a:off x="0" y="0"/>
          <a:ext cx="0" cy="0"/>
          <a:chOff x="0" y="0"/>
          <a:chExt cx="0" cy="0"/>
        </a:xfrm>
      </p:grpSpPr>
      <p:sp>
        <p:nvSpPr>
          <p:cNvPr id="199" name="Google Shape;199;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00" name="Shape 200"/>
        <p:cNvGrpSpPr/>
        <p:nvPr/>
      </p:nvGrpSpPr>
      <p:grpSpPr>
        <a:xfrm>
          <a:off x="0" y="0"/>
          <a:ext cx="0" cy="0"/>
          <a:chOff x="0" y="0"/>
          <a:chExt cx="0" cy="0"/>
        </a:xfrm>
      </p:grpSpPr>
      <p:sp>
        <p:nvSpPr>
          <p:cNvPr id="201" name="Google Shape;201;p2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02" name="Google Shape;202;p2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03" name="Shape 203"/>
        <p:cNvGrpSpPr/>
        <p:nvPr/>
      </p:nvGrpSpPr>
      <p:grpSpPr>
        <a:xfrm>
          <a:off x="0" y="0"/>
          <a:ext cx="0" cy="0"/>
          <a:chOff x="0" y="0"/>
          <a:chExt cx="0" cy="0"/>
        </a:xfrm>
      </p:grpSpPr>
      <p:sp>
        <p:nvSpPr>
          <p:cNvPr id="204" name="Google Shape;204;p2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05" name="Shape 205"/>
        <p:cNvGrpSpPr/>
        <p:nvPr/>
      </p:nvGrpSpPr>
      <p:grpSpPr>
        <a:xfrm>
          <a:off x="0" y="0"/>
          <a:ext cx="0" cy="0"/>
          <a:chOff x="0" y="0"/>
          <a:chExt cx="0" cy="0"/>
        </a:xfrm>
      </p:grpSpPr>
      <p:sp>
        <p:nvSpPr>
          <p:cNvPr id="206" name="Google Shape;206;p2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07" name="Google Shape;207;p2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08" name="Google Shape;208;p2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09" name="Shape 209"/>
        <p:cNvGrpSpPr/>
        <p:nvPr/>
      </p:nvGrpSpPr>
      <p:grpSpPr>
        <a:xfrm>
          <a:off x="0" y="0"/>
          <a:ext cx="0" cy="0"/>
          <a:chOff x="0" y="0"/>
          <a:chExt cx="0" cy="0"/>
        </a:xfrm>
      </p:grpSpPr>
      <p:sp>
        <p:nvSpPr>
          <p:cNvPr id="210" name="Google Shape;210;p2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400"/>
              <a:buNone/>
              <a:defRPr/>
            </a:lvl1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11" name="Shape 211"/>
        <p:cNvGrpSpPr/>
        <p:nvPr/>
      </p:nvGrpSpPr>
      <p:grpSpPr>
        <a:xfrm>
          <a:off x="0" y="0"/>
          <a:ext cx="0" cy="0"/>
          <a:chOff x="0" y="0"/>
          <a:chExt cx="0" cy="0"/>
        </a:xfrm>
      </p:grpSpPr>
      <p:sp>
        <p:nvSpPr>
          <p:cNvPr id="212" name="Google Shape;212;p2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13" name="Google Shape;213;p2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14" name="Shape 214"/>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15" name="Shape 215"/>
        <p:cNvGrpSpPr/>
        <p:nvPr/>
      </p:nvGrpSpPr>
      <p:grpSpPr>
        <a:xfrm>
          <a:off x="0" y="0"/>
          <a:ext cx="0" cy="0"/>
          <a:chOff x="0" y="0"/>
          <a:chExt cx="0" cy="0"/>
        </a:xfrm>
      </p:grpSpPr>
      <p:sp>
        <p:nvSpPr>
          <p:cNvPr id="216" name="Google Shape;216;p30"/>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17" name="Google Shape;217;p30"/>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8" name="Google Shape;218;p30"/>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9" name="Google Shape;219;p30"/>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0" name="Google Shape;220;p30"/>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1" name="Google Shape;221;p30"/>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2" name="Google Shape;222;p30"/>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23" name="Shape 223"/>
        <p:cNvGrpSpPr/>
        <p:nvPr/>
      </p:nvGrpSpPr>
      <p:grpSpPr>
        <a:xfrm>
          <a:off x="0" y="0"/>
          <a:ext cx="0" cy="0"/>
          <a:chOff x="0" y="0"/>
          <a:chExt cx="0" cy="0"/>
        </a:xfrm>
      </p:grpSpPr>
      <p:sp>
        <p:nvSpPr>
          <p:cNvPr id="224" name="Google Shape;224;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25" name="Google Shape;225;p31"/>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6" name="Google Shape;226;p3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27" name="Shape 227"/>
        <p:cNvGrpSpPr/>
        <p:nvPr/>
      </p:nvGrpSpPr>
      <p:grpSpPr>
        <a:xfrm>
          <a:off x="0" y="0"/>
          <a:ext cx="0" cy="0"/>
          <a:chOff x="0" y="0"/>
          <a:chExt cx="0" cy="0"/>
        </a:xfrm>
      </p:grpSpPr>
      <p:sp>
        <p:nvSpPr>
          <p:cNvPr id="228" name="Google Shape;228;p32"/>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29" name="Google Shape;229;p32"/>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0" name="Google Shape;230;p3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1" name="Google Shape;231;p32"/>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2" name="Google Shape;232;p32"/>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33" name="Shape 233"/>
        <p:cNvGrpSpPr/>
        <p:nvPr/>
      </p:nvGrpSpPr>
      <p:grpSpPr>
        <a:xfrm>
          <a:off x="0" y="0"/>
          <a:ext cx="0" cy="0"/>
          <a:chOff x="0" y="0"/>
          <a:chExt cx="0" cy="0"/>
        </a:xfrm>
      </p:grpSpPr>
      <p:sp>
        <p:nvSpPr>
          <p:cNvPr id="234" name="Google Shape;234;p33"/>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5" name="Google Shape;235;p3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6" name="Google Shape;236;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37" name="Google Shape;237;p33"/>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8" name="Google Shape;238;p33"/>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9" name="Google Shape;239;p33"/>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0" name="Google Shape;240;p33"/>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241" name="Shape 241"/>
        <p:cNvGrpSpPr/>
        <p:nvPr/>
      </p:nvGrpSpPr>
      <p:grpSpPr>
        <a:xfrm>
          <a:off x="0" y="0"/>
          <a:ext cx="0" cy="0"/>
          <a:chOff x="0" y="0"/>
          <a:chExt cx="0" cy="0"/>
        </a:xfrm>
      </p:grpSpPr>
      <p:sp>
        <p:nvSpPr>
          <p:cNvPr id="242" name="Google Shape;242;p34"/>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3" name="Google Shape;243;p3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4" name="Google Shape;244;p3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5" name="Google Shape;245;p3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6" name="Google Shape;246;p34"/>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47" name="Google Shape;247;p34"/>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8" name="Google Shape;248;p34"/>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9" name="Google Shape;249;p34"/>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0" name="Google Shape;250;p34"/>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251" name="Shape 251"/>
        <p:cNvGrpSpPr/>
        <p:nvPr/>
      </p:nvGrpSpPr>
      <p:grpSpPr>
        <a:xfrm>
          <a:off x="0" y="0"/>
          <a:ext cx="0" cy="0"/>
          <a:chOff x="0" y="0"/>
          <a:chExt cx="0" cy="0"/>
        </a:xfrm>
      </p:grpSpPr>
      <p:sp>
        <p:nvSpPr>
          <p:cNvPr id="252" name="Google Shape;252;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53" name="Google Shape;253;p3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254" name="Shape 254"/>
        <p:cNvGrpSpPr/>
        <p:nvPr/>
      </p:nvGrpSpPr>
      <p:grpSpPr>
        <a:xfrm>
          <a:off x="0" y="0"/>
          <a:ext cx="0" cy="0"/>
          <a:chOff x="0" y="0"/>
          <a:chExt cx="0" cy="0"/>
        </a:xfrm>
      </p:grpSpPr>
      <p:sp>
        <p:nvSpPr>
          <p:cNvPr id="255" name="Google Shape;255;p36"/>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6" name="Google Shape;256;p36"/>
          <p:cNvSpPr/>
          <p:nvPr>
            <p:ph idx="2" type="pic"/>
          </p:nvPr>
        </p:nvSpPr>
        <p:spPr>
          <a:xfrm>
            <a:off x="4804825" y="1133300"/>
            <a:ext cx="4027500" cy="2392800"/>
          </a:xfrm>
          <a:prstGeom prst="rect">
            <a:avLst/>
          </a:prstGeom>
          <a:noFill/>
          <a:ln>
            <a:noFill/>
          </a:ln>
        </p:spPr>
      </p:sp>
      <p:sp>
        <p:nvSpPr>
          <p:cNvPr id="257" name="Google Shape;257;p36"/>
          <p:cNvSpPr/>
          <p:nvPr>
            <p:ph idx="3" type="pic"/>
          </p:nvPr>
        </p:nvSpPr>
        <p:spPr>
          <a:xfrm>
            <a:off x="311725" y="1133300"/>
            <a:ext cx="4027500" cy="2392800"/>
          </a:xfrm>
          <a:prstGeom prst="rect">
            <a:avLst/>
          </a:prstGeom>
          <a:noFill/>
          <a:ln>
            <a:noFill/>
          </a:ln>
        </p:spPr>
      </p:sp>
      <p:sp>
        <p:nvSpPr>
          <p:cNvPr id="258" name="Google Shape;258;p3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9" name="Google Shape;259;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60" name="Google Shape;260;p36"/>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1" name="Google Shape;261;p36"/>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262" name="Shape 262"/>
        <p:cNvGrpSpPr/>
        <p:nvPr/>
      </p:nvGrpSpPr>
      <p:grpSpPr>
        <a:xfrm>
          <a:off x="0" y="0"/>
          <a:ext cx="0" cy="0"/>
          <a:chOff x="0" y="0"/>
          <a:chExt cx="0" cy="0"/>
        </a:xfrm>
      </p:grpSpPr>
      <p:sp>
        <p:nvSpPr>
          <p:cNvPr id="263" name="Google Shape;263;p37"/>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4" name="Google Shape;264;p37"/>
          <p:cNvSpPr/>
          <p:nvPr>
            <p:ph idx="2" type="pic"/>
          </p:nvPr>
        </p:nvSpPr>
        <p:spPr>
          <a:xfrm>
            <a:off x="6205225" y="1128325"/>
            <a:ext cx="2627100" cy="2273100"/>
          </a:xfrm>
          <a:prstGeom prst="rect">
            <a:avLst/>
          </a:prstGeom>
          <a:noFill/>
          <a:ln>
            <a:noFill/>
          </a:ln>
        </p:spPr>
      </p:sp>
      <p:sp>
        <p:nvSpPr>
          <p:cNvPr id="265" name="Google Shape;265;p37"/>
          <p:cNvSpPr/>
          <p:nvPr>
            <p:ph idx="3" type="pic"/>
          </p:nvPr>
        </p:nvSpPr>
        <p:spPr>
          <a:xfrm>
            <a:off x="311725" y="1128325"/>
            <a:ext cx="2627100" cy="2273100"/>
          </a:xfrm>
          <a:prstGeom prst="rect">
            <a:avLst/>
          </a:prstGeom>
          <a:noFill/>
          <a:ln>
            <a:noFill/>
          </a:ln>
        </p:spPr>
      </p:sp>
      <p:sp>
        <p:nvSpPr>
          <p:cNvPr id="266" name="Google Shape;266;p3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7" name="Google Shape;267;p37"/>
          <p:cNvSpPr/>
          <p:nvPr>
            <p:ph idx="5" type="pic"/>
          </p:nvPr>
        </p:nvSpPr>
        <p:spPr>
          <a:xfrm>
            <a:off x="3255250" y="1128325"/>
            <a:ext cx="2627100" cy="2273100"/>
          </a:xfrm>
          <a:prstGeom prst="rect">
            <a:avLst/>
          </a:prstGeom>
          <a:noFill/>
          <a:ln>
            <a:noFill/>
          </a:ln>
        </p:spPr>
      </p:sp>
      <p:sp>
        <p:nvSpPr>
          <p:cNvPr id="268" name="Google Shape;268;p3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9" name="Google Shape;269;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70" name="Google Shape;270;p37"/>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71" name="Google Shape;271;p37"/>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72" name="Google Shape;272;p37"/>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273" name="Shape 273"/>
        <p:cNvGrpSpPr/>
        <p:nvPr/>
      </p:nvGrpSpPr>
      <p:grpSpPr>
        <a:xfrm>
          <a:off x="0" y="0"/>
          <a:ext cx="0" cy="0"/>
          <a:chOff x="0" y="0"/>
          <a:chExt cx="0" cy="0"/>
        </a:xfrm>
      </p:grpSpPr>
      <p:sp>
        <p:nvSpPr>
          <p:cNvPr id="274" name="Google Shape;274;p3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275" name="Shape 275"/>
        <p:cNvGrpSpPr/>
        <p:nvPr/>
      </p:nvGrpSpPr>
      <p:grpSpPr>
        <a:xfrm>
          <a:off x="0" y="0"/>
          <a:ext cx="0" cy="0"/>
          <a:chOff x="0" y="0"/>
          <a:chExt cx="0" cy="0"/>
        </a:xfrm>
      </p:grpSpPr>
      <p:sp>
        <p:nvSpPr>
          <p:cNvPr id="276" name="Google Shape;276;p39"/>
          <p:cNvSpPr/>
          <p:nvPr>
            <p:ph idx="2" type="pic"/>
          </p:nvPr>
        </p:nvSpPr>
        <p:spPr>
          <a:xfrm>
            <a:off x="3389600" y="118913"/>
            <a:ext cx="1643700" cy="1535100"/>
          </a:xfrm>
          <a:prstGeom prst="rect">
            <a:avLst/>
          </a:prstGeom>
          <a:noFill/>
          <a:ln>
            <a:noFill/>
          </a:ln>
        </p:spPr>
      </p:sp>
      <p:sp>
        <p:nvSpPr>
          <p:cNvPr id="277" name="Google Shape;277;p39"/>
          <p:cNvSpPr/>
          <p:nvPr>
            <p:ph idx="3" type="pic"/>
          </p:nvPr>
        </p:nvSpPr>
        <p:spPr>
          <a:xfrm>
            <a:off x="5195935" y="118913"/>
            <a:ext cx="1643700" cy="1535100"/>
          </a:xfrm>
          <a:prstGeom prst="rect">
            <a:avLst/>
          </a:prstGeom>
          <a:noFill/>
          <a:ln>
            <a:noFill/>
          </a:ln>
        </p:spPr>
      </p:sp>
      <p:sp>
        <p:nvSpPr>
          <p:cNvPr id="278" name="Google Shape;278;p39"/>
          <p:cNvSpPr/>
          <p:nvPr>
            <p:ph idx="4" type="pic"/>
          </p:nvPr>
        </p:nvSpPr>
        <p:spPr>
          <a:xfrm>
            <a:off x="7002270" y="118913"/>
            <a:ext cx="1643700" cy="1535100"/>
          </a:xfrm>
          <a:prstGeom prst="rect">
            <a:avLst/>
          </a:prstGeom>
          <a:noFill/>
          <a:ln>
            <a:noFill/>
          </a:ln>
        </p:spPr>
      </p:sp>
      <p:sp>
        <p:nvSpPr>
          <p:cNvPr id="279" name="Google Shape;279;p39"/>
          <p:cNvSpPr/>
          <p:nvPr>
            <p:ph idx="5" type="pic"/>
          </p:nvPr>
        </p:nvSpPr>
        <p:spPr>
          <a:xfrm>
            <a:off x="3389588" y="1804212"/>
            <a:ext cx="1643700" cy="1535100"/>
          </a:xfrm>
          <a:prstGeom prst="rect">
            <a:avLst/>
          </a:prstGeom>
          <a:noFill/>
          <a:ln>
            <a:noFill/>
          </a:ln>
        </p:spPr>
      </p:sp>
      <p:sp>
        <p:nvSpPr>
          <p:cNvPr id="280" name="Google Shape;280;p39"/>
          <p:cNvSpPr/>
          <p:nvPr>
            <p:ph idx="6" type="pic"/>
          </p:nvPr>
        </p:nvSpPr>
        <p:spPr>
          <a:xfrm>
            <a:off x="5195922" y="1804212"/>
            <a:ext cx="1643700" cy="1535100"/>
          </a:xfrm>
          <a:prstGeom prst="rect">
            <a:avLst/>
          </a:prstGeom>
          <a:noFill/>
          <a:ln>
            <a:noFill/>
          </a:ln>
        </p:spPr>
      </p:sp>
      <p:sp>
        <p:nvSpPr>
          <p:cNvPr id="281" name="Google Shape;281;p39"/>
          <p:cNvSpPr/>
          <p:nvPr>
            <p:ph idx="7" type="pic"/>
          </p:nvPr>
        </p:nvSpPr>
        <p:spPr>
          <a:xfrm>
            <a:off x="7002257" y="1804212"/>
            <a:ext cx="1643700" cy="1535100"/>
          </a:xfrm>
          <a:prstGeom prst="rect">
            <a:avLst/>
          </a:prstGeom>
          <a:noFill/>
          <a:ln>
            <a:noFill/>
          </a:ln>
        </p:spPr>
      </p:sp>
      <p:sp>
        <p:nvSpPr>
          <p:cNvPr id="282" name="Google Shape;282;p3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83" name="Google Shape;283;p39"/>
          <p:cNvSpPr/>
          <p:nvPr>
            <p:ph idx="8" type="pic"/>
          </p:nvPr>
        </p:nvSpPr>
        <p:spPr>
          <a:xfrm>
            <a:off x="3389588" y="3489487"/>
            <a:ext cx="1643700" cy="1535100"/>
          </a:xfrm>
          <a:prstGeom prst="rect">
            <a:avLst/>
          </a:prstGeom>
          <a:noFill/>
          <a:ln>
            <a:noFill/>
          </a:ln>
        </p:spPr>
      </p:sp>
      <p:sp>
        <p:nvSpPr>
          <p:cNvPr id="284" name="Google Shape;284;p39"/>
          <p:cNvSpPr/>
          <p:nvPr>
            <p:ph idx="9" type="pic"/>
          </p:nvPr>
        </p:nvSpPr>
        <p:spPr>
          <a:xfrm>
            <a:off x="5195922" y="3489487"/>
            <a:ext cx="1643700" cy="1535100"/>
          </a:xfrm>
          <a:prstGeom prst="rect">
            <a:avLst/>
          </a:prstGeom>
          <a:noFill/>
          <a:ln>
            <a:noFill/>
          </a:ln>
        </p:spPr>
      </p:sp>
      <p:sp>
        <p:nvSpPr>
          <p:cNvPr id="285" name="Google Shape;285;p3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only" type="objOnly">
  <p:cSld name="OBJECT_ONLY">
    <p:spTree>
      <p:nvGrpSpPr>
        <p:cNvPr id="288" name="Shape 288"/>
        <p:cNvGrpSpPr/>
        <p:nvPr/>
      </p:nvGrpSpPr>
      <p:grpSpPr>
        <a:xfrm>
          <a:off x="0" y="0"/>
          <a:ext cx="0" cy="0"/>
          <a:chOff x="0" y="0"/>
          <a:chExt cx="0" cy="0"/>
        </a:xfrm>
      </p:grpSpPr>
      <p:sp>
        <p:nvSpPr>
          <p:cNvPr id="289" name="Google Shape;289;p41"/>
          <p:cNvSpPr txBox="1"/>
          <p:nvPr>
            <p:ph idx="10" type="dt"/>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90" name="Google Shape;290;p41"/>
          <p:cNvSpPr txBox="1"/>
          <p:nvPr>
            <p:ph idx="11" type="ftr"/>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91" name="Google Shape;291;p41"/>
          <p:cNvSpPr txBox="1"/>
          <p:nvPr>
            <p:ph idx="12" type="sldNum"/>
          </p:nvPr>
        </p:nvSpPr>
        <p:spPr>
          <a:xfrm>
            <a:off x="-76200" y="4800600"/>
            <a:ext cx="1905000" cy="342900"/>
          </a:xfrm>
          <a:prstGeom prst="rect">
            <a:avLst/>
          </a:prstGeom>
          <a:noFill/>
          <a:ln>
            <a:noFill/>
          </a:ln>
        </p:spPr>
        <p:txBody>
          <a:bodyPr anchorCtr="0" anchor="b" bIns="45700" lIns="91425" spcFirstLastPara="1" rIns="91425" wrap="square" tIns="45700">
            <a:noAutofit/>
          </a:bodyPr>
          <a:lstStyle>
            <a:lvl1pPr indent="0" lvl="0" marL="0" algn="l">
              <a:lnSpc>
                <a:spcPct val="100000"/>
              </a:lnSpc>
              <a:spcBef>
                <a:spcPts val="0"/>
              </a:spcBef>
              <a:spcAft>
                <a:spcPts val="0"/>
              </a:spcAft>
              <a:buNone/>
              <a:defRPr b="1" sz="2000">
                <a:solidFill>
                  <a:schemeClr val="lt2"/>
                </a:solidFill>
                <a:latin typeface="Arial"/>
                <a:ea typeface="Arial"/>
                <a:cs typeface="Arial"/>
                <a:sym typeface="Arial"/>
              </a:defRPr>
            </a:lvl1pPr>
            <a:lvl2pPr indent="0" lvl="1" marL="0" algn="l">
              <a:lnSpc>
                <a:spcPct val="100000"/>
              </a:lnSpc>
              <a:spcBef>
                <a:spcPts val="0"/>
              </a:spcBef>
              <a:spcAft>
                <a:spcPts val="0"/>
              </a:spcAft>
              <a:buNone/>
              <a:defRPr b="1" sz="2000">
                <a:solidFill>
                  <a:schemeClr val="lt2"/>
                </a:solidFill>
                <a:latin typeface="Arial"/>
                <a:ea typeface="Arial"/>
                <a:cs typeface="Arial"/>
                <a:sym typeface="Arial"/>
              </a:defRPr>
            </a:lvl2pPr>
            <a:lvl3pPr indent="0" lvl="2" marL="0" algn="l">
              <a:lnSpc>
                <a:spcPct val="100000"/>
              </a:lnSpc>
              <a:spcBef>
                <a:spcPts val="0"/>
              </a:spcBef>
              <a:spcAft>
                <a:spcPts val="0"/>
              </a:spcAft>
              <a:buNone/>
              <a:defRPr b="1" sz="2000">
                <a:solidFill>
                  <a:schemeClr val="lt2"/>
                </a:solidFill>
                <a:latin typeface="Arial"/>
                <a:ea typeface="Arial"/>
                <a:cs typeface="Arial"/>
                <a:sym typeface="Arial"/>
              </a:defRPr>
            </a:lvl3pPr>
            <a:lvl4pPr indent="0" lvl="3" marL="0" algn="l">
              <a:lnSpc>
                <a:spcPct val="100000"/>
              </a:lnSpc>
              <a:spcBef>
                <a:spcPts val="0"/>
              </a:spcBef>
              <a:spcAft>
                <a:spcPts val="0"/>
              </a:spcAft>
              <a:buNone/>
              <a:defRPr b="1" sz="2000">
                <a:solidFill>
                  <a:schemeClr val="lt2"/>
                </a:solidFill>
                <a:latin typeface="Arial"/>
                <a:ea typeface="Arial"/>
                <a:cs typeface="Arial"/>
                <a:sym typeface="Arial"/>
              </a:defRPr>
            </a:lvl4pPr>
            <a:lvl5pPr indent="0" lvl="4" marL="0" algn="l">
              <a:lnSpc>
                <a:spcPct val="100000"/>
              </a:lnSpc>
              <a:spcBef>
                <a:spcPts val="0"/>
              </a:spcBef>
              <a:spcAft>
                <a:spcPts val="0"/>
              </a:spcAft>
              <a:buNone/>
              <a:defRPr b="1" sz="2000">
                <a:solidFill>
                  <a:schemeClr val="lt2"/>
                </a:solidFill>
                <a:latin typeface="Arial"/>
                <a:ea typeface="Arial"/>
                <a:cs typeface="Arial"/>
                <a:sym typeface="Arial"/>
              </a:defRPr>
            </a:lvl5pPr>
            <a:lvl6pPr indent="0" lvl="5" marL="0" algn="l">
              <a:lnSpc>
                <a:spcPct val="100000"/>
              </a:lnSpc>
              <a:spcBef>
                <a:spcPts val="0"/>
              </a:spcBef>
              <a:spcAft>
                <a:spcPts val="0"/>
              </a:spcAft>
              <a:buNone/>
              <a:defRPr b="1" sz="2000">
                <a:solidFill>
                  <a:schemeClr val="lt2"/>
                </a:solidFill>
                <a:latin typeface="Arial"/>
                <a:ea typeface="Arial"/>
                <a:cs typeface="Arial"/>
                <a:sym typeface="Arial"/>
              </a:defRPr>
            </a:lvl6pPr>
            <a:lvl7pPr indent="0" lvl="6" marL="0" algn="l">
              <a:lnSpc>
                <a:spcPct val="100000"/>
              </a:lnSpc>
              <a:spcBef>
                <a:spcPts val="0"/>
              </a:spcBef>
              <a:spcAft>
                <a:spcPts val="0"/>
              </a:spcAft>
              <a:buNone/>
              <a:defRPr b="1" sz="2000">
                <a:solidFill>
                  <a:schemeClr val="lt2"/>
                </a:solidFill>
                <a:latin typeface="Arial"/>
                <a:ea typeface="Arial"/>
                <a:cs typeface="Arial"/>
                <a:sym typeface="Arial"/>
              </a:defRPr>
            </a:lvl7pPr>
            <a:lvl8pPr indent="0" lvl="7" marL="0" algn="l">
              <a:lnSpc>
                <a:spcPct val="100000"/>
              </a:lnSpc>
              <a:spcBef>
                <a:spcPts val="0"/>
              </a:spcBef>
              <a:spcAft>
                <a:spcPts val="0"/>
              </a:spcAft>
              <a:buNone/>
              <a:defRPr b="1" sz="2000">
                <a:solidFill>
                  <a:schemeClr val="lt2"/>
                </a:solidFill>
                <a:latin typeface="Arial"/>
                <a:ea typeface="Arial"/>
                <a:cs typeface="Arial"/>
                <a:sym typeface="Arial"/>
              </a:defRPr>
            </a:lvl8pPr>
            <a:lvl9pPr indent="0" lvl="8" marL="0" algn="l">
              <a:lnSpc>
                <a:spcPct val="100000"/>
              </a:lnSpc>
              <a:spcBef>
                <a:spcPts val="0"/>
              </a:spcBef>
              <a:spcAft>
                <a:spcPts val="0"/>
              </a:spcAft>
              <a:buNone/>
              <a:defRPr b="1" sz="2000">
                <a:solidFill>
                  <a:schemeClr val="lt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2" name="Shape 292"/>
        <p:cNvGrpSpPr/>
        <p:nvPr/>
      </p:nvGrpSpPr>
      <p:grpSpPr>
        <a:xfrm>
          <a:off x="0" y="0"/>
          <a:ext cx="0" cy="0"/>
          <a:chOff x="0" y="0"/>
          <a:chExt cx="0" cy="0"/>
        </a:xfrm>
      </p:grpSpPr>
      <p:sp>
        <p:nvSpPr>
          <p:cNvPr id="293" name="Google Shape;293;p42"/>
          <p:cNvSpPr txBox="1"/>
          <p:nvPr>
            <p:ph idx="10" type="dt"/>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94" name="Google Shape;294;p42"/>
          <p:cNvSpPr txBox="1"/>
          <p:nvPr>
            <p:ph idx="11" type="ftr"/>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95" name="Google Shape;295;p42"/>
          <p:cNvSpPr txBox="1"/>
          <p:nvPr>
            <p:ph idx="12" type="sldNum"/>
          </p:nvPr>
        </p:nvSpPr>
        <p:spPr>
          <a:xfrm>
            <a:off x="-76200" y="4800600"/>
            <a:ext cx="1905000" cy="342900"/>
          </a:xfrm>
          <a:prstGeom prst="rect">
            <a:avLst/>
          </a:prstGeom>
          <a:noFill/>
          <a:ln>
            <a:noFill/>
          </a:ln>
        </p:spPr>
        <p:txBody>
          <a:bodyPr anchorCtr="0" anchor="b" bIns="45700" lIns="91425" spcFirstLastPara="1" rIns="91425" wrap="square" tIns="45700">
            <a:noAutofit/>
          </a:bodyPr>
          <a:lstStyle>
            <a:lvl1pPr indent="0" lvl="0" marL="0" algn="l">
              <a:lnSpc>
                <a:spcPct val="100000"/>
              </a:lnSpc>
              <a:spcBef>
                <a:spcPts val="0"/>
              </a:spcBef>
              <a:spcAft>
                <a:spcPts val="0"/>
              </a:spcAft>
              <a:buNone/>
              <a:defRPr b="1" sz="2000">
                <a:solidFill>
                  <a:schemeClr val="lt2"/>
                </a:solidFill>
                <a:latin typeface="Arial"/>
                <a:ea typeface="Arial"/>
                <a:cs typeface="Arial"/>
                <a:sym typeface="Arial"/>
              </a:defRPr>
            </a:lvl1pPr>
            <a:lvl2pPr indent="0" lvl="1" marL="0" algn="l">
              <a:lnSpc>
                <a:spcPct val="100000"/>
              </a:lnSpc>
              <a:spcBef>
                <a:spcPts val="0"/>
              </a:spcBef>
              <a:spcAft>
                <a:spcPts val="0"/>
              </a:spcAft>
              <a:buNone/>
              <a:defRPr b="1" sz="2000">
                <a:solidFill>
                  <a:schemeClr val="lt2"/>
                </a:solidFill>
                <a:latin typeface="Arial"/>
                <a:ea typeface="Arial"/>
                <a:cs typeface="Arial"/>
                <a:sym typeface="Arial"/>
              </a:defRPr>
            </a:lvl2pPr>
            <a:lvl3pPr indent="0" lvl="2" marL="0" algn="l">
              <a:lnSpc>
                <a:spcPct val="100000"/>
              </a:lnSpc>
              <a:spcBef>
                <a:spcPts val="0"/>
              </a:spcBef>
              <a:spcAft>
                <a:spcPts val="0"/>
              </a:spcAft>
              <a:buNone/>
              <a:defRPr b="1" sz="2000">
                <a:solidFill>
                  <a:schemeClr val="lt2"/>
                </a:solidFill>
                <a:latin typeface="Arial"/>
                <a:ea typeface="Arial"/>
                <a:cs typeface="Arial"/>
                <a:sym typeface="Arial"/>
              </a:defRPr>
            </a:lvl3pPr>
            <a:lvl4pPr indent="0" lvl="3" marL="0" algn="l">
              <a:lnSpc>
                <a:spcPct val="100000"/>
              </a:lnSpc>
              <a:spcBef>
                <a:spcPts val="0"/>
              </a:spcBef>
              <a:spcAft>
                <a:spcPts val="0"/>
              </a:spcAft>
              <a:buNone/>
              <a:defRPr b="1" sz="2000">
                <a:solidFill>
                  <a:schemeClr val="lt2"/>
                </a:solidFill>
                <a:latin typeface="Arial"/>
                <a:ea typeface="Arial"/>
                <a:cs typeface="Arial"/>
                <a:sym typeface="Arial"/>
              </a:defRPr>
            </a:lvl4pPr>
            <a:lvl5pPr indent="0" lvl="4" marL="0" algn="l">
              <a:lnSpc>
                <a:spcPct val="100000"/>
              </a:lnSpc>
              <a:spcBef>
                <a:spcPts val="0"/>
              </a:spcBef>
              <a:spcAft>
                <a:spcPts val="0"/>
              </a:spcAft>
              <a:buNone/>
              <a:defRPr b="1" sz="2000">
                <a:solidFill>
                  <a:schemeClr val="lt2"/>
                </a:solidFill>
                <a:latin typeface="Arial"/>
                <a:ea typeface="Arial"/>
                <a:cs typeface="Arial"/>
                <a:sym typeface="Arial"/>
              </a:defRPr>
            </a:lvl5pPr>
            <a:lvl6pPr indent="0" lvl="5" marL="0" algn="l">
              <a:lnSpc>
                <a:spcPct val="100000"/>
              </a:lnSpc>
              <a:spcBef>
                <a:spcPts val="0"/>
              </a:spcBef>
              <a:spcAft>
                <a:spcPts val="0"/>
              </a:spcAft>
              <a:buNone/>
              <a:defRPr b="1" sz="2000">
                <a:solidFill>
                  <a:schemeClr val="lt2"/>
                </a:solidFill>
                <a:latin typeface="Arial"/>
                <a:ea typeface="Arial"/>
                <a:cs typeface="Arial"/>
                <a:sym typeface="Arial"/>
              </a:defRPr>
            </a:lvl6pPr>
            <a:lvl7pPr indent="0" lvl="6" marL="0" algn="l">
              <a:lnSpc>
                <a:spcPct val="100000"/>
              </a:lnSpc>
              <a:spcBef>
                <a:spcPts val="0"/>
              </a:spcBef>
              <a:spcAft>
                <a:spcPts val="0"/>
              </a:spcAft>
              <a:buNone/>
              <a:defRPr b="1" sz="2000">
                <a:solidFill>
                  <a:schemeClr val="lt2"/>
                </a:solidFill>
                <a:latin typeface="Arial"/>
                <a:ea typeface="Arial"/>
                <a:cs typeface="Arial"/>
                <a:sym typeface="Arial"/>
              </a:defRPr>
            </a:lvl7pPr>
            <a:lvl8pPr indent="0" lvl="7" marL="0" algn="l">
              <a:lnSpc>
                <a:spcPct val="100000"/>
              </a:lnSpc>
              <a:spcBef>
                <a:spcPts val="0"/>
              </a:spcBef>
              <a:spcAft>
                <a:spcPts val="0"/>
              </a:spcAft>
              <a:buNone/>
              <a:defRPr b="1" sz="2000">
                <a:solidFill>
                  <a:schemeClr val="lt2"/>
                </a:solidFill>
                <a:latin typeface="Arial"/>
                <a:ea typeface="Arial"/>
                <a:cs typeface="Arial"/>
                <a:sym typeface="Arial"/>
              </a:defRPr>
            </a:lvl8pPr>
            <a:lvl9pPr indent="0" lvl="8" marL="0" algn="l">
              <a:lnSpc>
                <a:spcPct val="100000"/>
              </a:lnSpc>
              <a:spcBef>
                <a:spcPts val="0"/>
              </a:spcBef>
              <a:spcAft>
                <a:spcPts val="0"/>
              </a:spcAft>
              <a:buNone/>
              <a:defRPr b="1" sz="2000">
                <a:solidFill>
                  <a:schemeClr val="lt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theme" Target="../theme/theme3.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80975" y="418300"/>
            <a:ext cx="8304000" cy="1092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4800"/>
              <a:buFont typeface="Tomorrow"/>
              <a:buNone/>
              <a:defRPr sz="4800">
                <a:solidFill>
                  <a:schemeClr val="dk1"/>
                </a:solidFill>
                <a:latin typeface="Tomorrow"/>
                <a:ea typeface="Tomorrow"/>
                <a:cs typeface="Tomorrow"/>
                <a:sym typeface="Tomorrow"/>
              </a:defRPr>
            </a:lvl1pPr>
            <a:lvl2pPr lvl="1">
              <a:spcBef>
                <a:spcPts val="0"/>
              </a:spcBef>
              <a:spcAft>
                <a:spcPts val="0"/>
              </a:spcAft>
              <a:buClr>
                <a:schemeClr val="dk1"/>
              </a:buClr>
              <a:buSzPts val="4800"/>
              <a:buFont typeface="Tomorrow"/>
              <a:buNone/>
              <a:defRPr sz="4800">
                <a:solidFill>
                  <a:schemeClr val="dk1"/>
                </a:solidFill>
                <a:latin typeface="Tomorrow"/>
                <a:ea typeface="Tomorrow"/>
                <a:cs typeface="Tomorrow"/>
                <a:sym typeface="Tomorrow"/>
              </a:defRPr>
            </a:lvl2pPr>
            <a:lvl3pPr lvl="2">
              <a:spcBef>
                <a:spcPts val="0"/>
              </a:spcBef>
              <a:spcAft>
                <a:spcPts val="0"/>
              </a:spcAft>
              <a:buClr>
                <a:schemeClr val="dk1"/>
              </a:buClr>
              <a:buSzPts val="4800"/>
              <a:buFont typeface="Tomorrow"/>
              <a:buNone/>
              <a:defRPr sz="4800">
                <a:solidFill>
                  <a:schemeClr val="dk1"/>
                </a:solidFill>
                <a:latin typeface="Tomorrow"/>
                <a:ea typeface="Tomorrow"/>
                <a:cs typeface="Tomorrow"/>
                <a:sym typeface="Tomorrow"/>
              </a:defRPr>
            </a:lvl3pPr>
            <a:lvl4pPr lvl="3">
              <a:spcBef>
                <a:spcPts val="0"/>
              </a:spcBef>
              <a:spcAft>
                <a:spcPts val="0"/>
              </a:spcAft>
              <a:buClr>
                <a:schemeClr val="dk1"/>
              </a:buClr>
              <a:buSzPts val="4800"/>
              <a:buFont typeface="Tomorrow"/>
              <a:buNone/>
              <a:defRPr sz="4800">
                <a:solidFill>
                  <a:schemeClr val="dk1"/>
                </a:solidFill>
                <a:latin typeface="Tomorrow"/>
                <a:ea typeface="Tomorrow"/>
                <a:cs typeface="Tomorrow"/>
                <a:sym typeface="Tomorrow"/>
              </a:defRPr>
            </a:lvl4pPr>
            <a:lvl5pPr lvl="4">
              <a:spcBef>
                <a:spcPts val="0"/>
              </a:spcBef>
              <a:spcAft>
                <a:spcPts val="0"/>
              </a:spcAft>
              <a:buClr>
                <a:schemeClr val="dk1"/>
              </a:buClr>
              <a:buSzPts val="4800"/>
              <a:buFont typeface="Tomorrow"/>
              <a:buNone/>
              <a:defRPr sz="4800">
                <a:solidFill>
                  <a:schemeClr val="dk1"/>
                </a:solidFill>
                <a:latin typeface="Tomorrow"/>
                <a:ea typeface="Tomorrow"/>
                <a:cs typeface="Tomorrow"/>
                <a:sym typeface="Tomorrow"/>
              </a:defRPr>
            </a:lvl5pPr>
            <a:lvl6pPr lvl="5">
              <a:spcBef>
                <a:spcPts val="0"/>
              </a:spcBef>
              <a:spcAft>
                <a:spcPts val="0"/>
              </a:spcAft>
              <a:buClr>
                <a:schemeClr val="dk1"/>
              </a:buClr>
              <a:buSzPts val="4800"/>
              <a:buFont typeface="Tomorrow"/>
              <a:buNone/>
              <a:defRPr sz="4800">
                <a:solidFill>
                  <a:schemeClr val="dk1"/>
                </a:solidFill>
                <a:latin typeface="Tomorrow"/>
                <a:ea typeface="Tomorrow"/>
                <a:cs typeface="Tomorrow"/>
                <a:sym typeface="Tomorrow"/>
              </a:defRPr>
            </a:lvl6pPr>
            <a:lvl7pPr lvl="6">
              <a:spcBef>
                <a:spcPts val="0"/>
              </a:spcBef>
              <a:spcAft>
                <a:spcPts val="0"/>
              </a:spcAft>
              <a:buClr>
                <a:schemeClr val="dk1"/>
              </a:buClr>
              <a:buSzPts val="4800"/>
              <a:buFont typeface="Tomorrow"/>
              <a:buNone/>
              <a:defRPr sz="4800">
                <a:solidFill>
                  <a:schemeClr val="dk1"/>
                </a:solidFill>
                <a:latin typeface="Tomorrow"/>
                <a:ea typeface="Tomorrow"/>
                <a:cs typeface="Tomorrow"/>
                <a:sym typeface="Tomorrow"/>
              </a:defRPr>
            </a:lvl7pPr>
            <a:lvl8pPr lvl="7">
              <a:spcBef>
                <a:spcPts val="0"/>
              </a:spcBef>
              <a:spcAft>
                <a:spcPts val="0"/>
              </a:spcAft>
              <a:buClr>
                <a:schemeClr val="dk1"/>
              </a:buClr>
              <a:buSzPts val="4800"/>
              <a:buFont typeface="Tomorrow"/>
              <a:buNone/>
              <a:defRPr sz="4800">
                <a:solidFill>
                  <a:schemeClr val="dk1"/>
                </a:solidFill>
                <a:latin typeface="Tomorrow"/>
                <a:ea typeface="Tomorrow"/>
                <a:cs typeface="Tomorrow"/>
                <a:sym typeface="Tomorrow"/>
              </a:defRPr>
            </a:lvl8pPr>
            <a:lvl9pPr lvl="8">
              <a:spcBef>
                <a:spcPts val="0"/>
              </a:spcBef>
              <a:spcAft>
                <a:spcPts val="0"/>
              </a:spcAft>
              <a:buClr>
                <a:schemeClr val="dk1"/>
              </a:buClr>
              <a:buSzPts val="4800"/>
              <a:buFont typeface="Tomorrow"/>
              <a:buNone/>
              <a:defRPr sz="4800">
                <a:solidFill>
                  <a:schemeClr val="dk1"/>
                </a:solidFill>
                <a:latin typeface="Tomorrow"/>
                <a:ea typeface="Tomorrow"/>
                <a:cs typeface="Tomorrow"/>
                <a:sym typeface="Tomorrow"/>
              </a:defRPr>
            </a:lvl9pPr>
          </a:lstStyle>
          <a:p/>
        </p:txBody>
      </p:sp>
      <p:sp>
        <p:nvSpPr>
          <p:cNvPr id="7" name="Google Shape;7;p1"/>
          <p:cNvSpPr txBox="1"/>
          <p:nvPr>
            <p:ph idx="1" type="body"/>
          </p:nvPr>
        </p:nvSpPr>
        <p:spPr>
          <a:xfrm>
            <a:off x="4508300" y="1890075"/>
            <a:ext cx="3733800" cy="2401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Instrument Sans"/>
              <a:buChar char="●"/>
              <a:defRPr>
                <a:solidFill>
                  <a:schemeClr val="dk1"/>
                </a:solidFill>
                <a:latin typeface="Instrument Sans"/>
                <a:ea typeface="Instrument Sans"/>
                <a:cs typeface="Instrument Sans"/>
                <a:sym typeface="Instrument Sans"/>
              </a:defRPr>
            </a:lvl1pPr>
            <a:lvl2pPr indent="-317500" lvl="1" marL="914400">
              <a:spcBef>
                <a:spcPts val="0"/>
              </a:spcBef>
              <a:spcAft>
                <a:spcPts val="0"/>
              </a:spcAft>
              <a:buClr>
                <a:schemeClr val="dk1"/>
              </a:buClr>
              <a:buSzPts val="1400"/>
              <a:buFont typeface="Instrument Sans"/>
              <a:buChar char="○"/>
              <a:defRPr>
                <a:solidFill>
                  <a:schemeClr val="dk1"/>
                </a:solidFill>
                <a:latin typeface="Instrument Sans"/>
                <a:ea typeface="Instrument Sans"/>
                <a:cs typeface="Instrument Sans"/>
                <a:sym typeface="Instrument Sans"/>
              </a:defRPr>
            </a:lvl2pPr>
            <a:lvl3pPr indent="-317500" lvl="2" marL="1371600">
              <a:spcBef>
                <a:spcPts val="0"/>
              </a:spcBef>
              <a:spcAft>
                <a:spcPts val="0"/>
              </a:spcAft>
              <a:buClr>
                <a:schemeClr val="dk1"/>
              </a:buClr>
              <a:buSzPts val="1400"/>
              <a:buFont typeface="Instrument Sans"/>
              <a:buChar char="■"/>
              <a:defRPr>
                <a:solidFill>
                  <a:schemeClr val="dk1"/>
                </a:solidFill>
                <a:latin typeface="Instrument Sans"/>
                <a:ea typeface="Instrument Sans"/>
                <a:cs typeface="Instrument Sans"/>
                <a:sym typeface="Instrument Sans"/>
              </a:defRPr>
            </a:lvl3pPr>
            <a:lvl4pPr indent="-317500" lvl="3" marL="1828800">
              <a:spcBef>
                <a:spcPts val="0"/>
              </a:spcBef>
              <a:spcAft>
                <a:spcPts val="0"/>
              </a:spcAft>
              <a:buClr>
                <a:schemeClr val="dk1"/>
              </a:buClr>
              <a:buSzPts val="1400"/>
              <a:buFont typeface="Instrument Sans"/>
              <a:buChar char="●"/>
              <a:defRPr>
                <a:solidFill>
                  <a:schemeClr val="dk1"/>
                </a:solidFill>
                <a:latin typeface="Instrument Sans"/>
                <a:ea typeface="Instrument Sans"/>
                <a:cs typeface="Instrument Sans"/>
                <a:sym typeface="Instrument Sans"/>
              </a:defRPr>
            </a:lvl4pPr>
            <a:lvl5pPr indent="-317500" lvl="4" marL="2286000">
              <a:spcBef>
                <a:spcPts val="0"/>
              </a:spcBef>
              <a:spcAft>
                <a:spcPts val="0"/>
              </a:spcAft>
              <a:buClr>
                <a:schemeClr val="dk1"/>
              </a:buClr>
              <a:buSzPts val="1400"/>
              <a:buFont typeface="Instrument Sans"/>
              <a:buChar char="○"/>
              <a:defRPr>
                <a:solidFill>
                  <a:schemeClr val="dk1"/>
                </a:solidFill>
                <a:latin typeface="Instrument Sans"/>
                <a:ea typeface="Instrument Sans"/>
                <a:cs typeface="Instrument Sans"/>
                <a:sym typeface="Instrument Sans"/>
              </a:defRPr>
            </a:lvl5pPr>
            <a:lvl6pPr indent="-317500" lvl="5" marL="2743200">
              <a:spcBef>
                <a:spcPts val="0"/>
              </a:spcBef>
              <a:spcAft>
                <a:spcPts val="0"/>
              </a:spcAft>
              <a:buClr>
                <a:schemeClr val="dk1"/>
              </a:buClr>
              <a:buSzPts val="1400"/>
              <a:buFont typeface="Instrument Sans"/>
              <a:buChar char="■"/>
              <a:defRPr>
                <a:solidFill>
                  <a:schemeClr val="dk1"/>
                </a:solidFill>
                <a:latin typeface="Instrument Sans"/>
                <a:ea typeface="Instrument Sans"/>
                <a:cs typeface="Instrument Sans"/>
                <a:sym typeface="Instrument Sans"/>
              </a:defRPr>
            </a:lvl6pPr>
            <a:lvl7pPr indent="-317500" lvl="6" marL="3200400">
              <a:spcBef>
                <a:spcPts val="0"/>
              </a:spcBef>
              <a:spcAft>
                <a:spcPts val="0"/>
              </a:spcAft>
              <a:buClr>
                <a:schemeClr val="dk1"/>
              </a:buClr>
              <a:buSzPts val="1400"/>
              <a:buFont typeface="Instrument Sans"/>
              <a:buChar char="●"/>
              <a:defRPr>
                <a:solidFill>
                  <a:schemeClr val="dk1"/>
                </a:solidFill>
                <a:latin typeface="Instrument Sans"/>
                <a:ea typeface="Instrument Sans"/>
                <a:cs typeface="Instrument Sans"/>
                <a:sym typeface="Instrument Sans"/>
              </a:defRPr>
            </a:lvl7pPr>
            <a:lvl8pPr indent="-317500" lvl="7" marL="3657600">
              <a:spcBef>
                <a:spcPts val="0"/>
              </a:spcBef>
              <a:spcAft>
                <a:spcPts val="0"/>
              </a:spcAft>
              <a:buClr>
                <a:schemeClr val="dk1"/>
              </a:buClr>
              <a:buSzPts val="1400"/>
              <a:buFont typeface="Instrument Sans"/>
              <a:buChar char="○"/>
              <a:defRPr>
                <a:solidFill>
                  <a:schemeClr val="dk1"/>
                </a:solidFill>
                <a:latin typeface="Instrument Sans"/>
                <a:ea typeface="Instrument Sans"/>
                <a:cs typeface="Instrument Sans"/>
                <a:sym typeface="Instrument Sans"/>
              </a:defRPr>
            </a:lvl8pPr>
            <a:lvl9pPr indent="-317500" lvl="8" marL="4114800">
              <a:spcBef>
                <a:spcPts val="0"/>
              </a:spcBef>
              <a:spcAft>
                <a:spcPts val="0"/>
              </a:spcAft>
              <a:buClr>
                <a:schemeClr val="dk1"/>
              </a:buClr>
              <a:buSzPts val="1400"/>
              <a:buFont typeface="Instrument Sans"/>
              <a:buChar char="■"/>
              <a:defRPr>
                <a:solidFill>
                  <a:schemeClr val="dk1"/>
                </a:solidFill>
                <a:latin typeface="Instrument Sans"/>
                <a:ea typeface="Instrument Sans"/>
                <a:cs typeface="Instrument Sans"/>
                <a:sym typeface="Instrumen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6" name="Shape 286"/>
        <p:cNvGrpSpPr/>
        <p:nvPr/>
      </p:nvGrpSpPr>
      <p:grpSpPr>
        <a:xfrm>
          <a:off x="0" y="0"/>
          <a:ext cx="0" cy="0"/>
          <a:chOff x="0" y="0"/>
          <a:chExt cx="0" cy="0"/>
        </a:xfrm>
      </p:grpSpPr>
      <p:sp>
        <p:nvSpPr>
          <p:cNvPr id="287" name="Google Shape;287;p40"/>
          <p:cNvSpPr txBox="1"/>
          <p:nvPr>
            <p:ph idx="12" type="sldNum"/>
          </p:nvPr>
        </p:nvSpPr>
        <p:spPr>
          <a:xfrm>
            <a:off x="-76200" y="4800600"/>
            <a:ext cx="1905000" cy="3429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9pPr>
          </a:lstStyle>
          <a:p>
            <a:pPr indent="0" lvl="0" marL="0" rtl="0" algn="l">
              <a:spcBef>
                <a:spcPts val="0"/>
              </a:spcBef>
              <a:spcAft>
                <a:spcPts val="0"/>
              </a:spcAft>
              <a:buNone/>
            </a:pPr>
            <a:r>
              <a:rPr lang="en"/>
              <a:t>23.</a:t>
            </a:r>
            <a:fld id="{00000000-1234-1234-1234-123412341234}" type="slidenum">
              <a:rPr lang="en"/>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comments" Target="../comments/comment1.xml"/><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3"/>
          <p:cNvSpPr txBox="1"/>
          <p:nvPr>
            <p:ph type="title"/>
          </p:nvPr>
        </p:nvSpPr>
        <p:spPr>
          <a:xfrm>
            <a:off x="96175" y="62100"/>
            <a:ext cx="9047700" cy="1156500"/>
          </a:xfrm>
          <a:prstGeom prst="rect">
            <a:avLst/>
          </a:prstGeom>
        </p:spPr>
        <p:txBody>
          <a:bodyPr anchorCtr="0" anchor="t" bIns="91425" lIns="91425" spcFirstLastPara="1" rIns="91425" wrap="square" tIns="91425">
            <a:noAutofit/>
          </a:bodyPr>
          <a:lstStyle/>
          <a:p>
            <a:pPr indent="457200" lvl="0" marL="3200400" rtl="0" algn="l">
              <a:spcBef>
                <a:spcPts val="0"/>
              </a:spcBef>
              <a:spcAft>
                <a:spcPts val="0"/>
              </a:spcAft>
              <a:buNone/>
            </a:pPr>
            <a:r>
              <a:t/>
            </a:r>
            <a:endParaRPr sz="3900">
              <a:solidFill>
                <a:schemeClr val="accent1"/>
              </a:solidFill>
            </a:endParaRPr>
          </a:p>
          <a:p>
            <a:pPr indent="457200" lvl="0" marL="3200400" rtl="0" algn="l">
              <a:spcBef>
                <a:spcPts val="0"/>
              </a:spcBef>
              <a:spcAft>
                <a:spcPts val="0"/>
              </a:spcAft>
              <a:buNone/>
            </a:pPr>
            <a:r>
              <a:rPr lang="en" sz="5400">
                <a:solidFill>
                  <a:schemeClr val="accent1"/>
                </a:solidFill>
              </a:rPr>
              <a:t>SCTP</a:t>
            </a:r>
            <a:endParaRPr sz="5400">
              <a:solidFill>
                <a:schemeClr val="accent1"/>
              </a:solidFill>
            </a:endParaRPr>
          </a:p>
          <a:p>
            <a:pPr indent="457200" lvl="0" marL="914400" rtl="0" algn="l">
              <a:spcBef>
                <a:spcPts val="0"/>
              </a:spcBef>
              <a:spcAft>
                <a:spcPts val="0"/>
              </a:spcAft>
              <a:buNone/>
            </a:pPr>
            <a:r>
              <a:rPr lang="en" sz="2700">
                <a:solidFill>
                  <a:schemeClr val="accent1"/>
                </a:solidFill>
              </a:rPr>
              <a:t>(Stream Control Transmission Protocol)</a:t>
            </a:r>
            <a:endParaRPr sz="2700">
              <a:solidFill>
                <a:schemeClr val="accent1"/>
              </a:solidFill>
            </a:endParaRPr>
          </a:p>
        </p:txBody>
      </p:sp>
      <p:sp>
        <p:nvSpPr>
          <p:cNvPr id="301" name="Google Shape;301;p43"/>
          <p:cNvSpPr txBox="1"/>
          <p:nvPr>
            <p:ph idx="4" type="subTitle"/>
          </p:nvPr>
        </p:nvSpPr>
        <p:spPr>
          <a:xfrm>
            <a:off x="6266025" y="4565675"/>
            <a:ext cx="1611300" cy="357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sz="1100"/>
              <a:t>  Sudipta Sarkar </a:t>
            </a:r>
            <a:endParaRPr sz="1100"/>
          </a:p>
          <a:p>
            <a:pPr indent="0" lvl="0" marL="0" rtl="0" algn="r">
              <a:spcBef>
                <a:spcPts val="0"/>
              </a:spcBef>
              <a:spcAft>
                <a:spcPts val="0"/>
              </a:spcAft>
              <a:buNone/>
            </a:pPr>
            <a:r>
              <a:rPr lang="en" sz="1100"/>
              <a:t>Roll 338 </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descr="HD wallpaper: background, white, sand, backgrounds, textured ..." id="306" name="Google Shape;306;p44"/>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307" name="Google Shape;307;p44"/>
          <p:cNvSpPr txBox="1"/>
          <p:nvPr/>
        </p:nvSpPr>
        <p:spPr>
          <a:xfrm>
            <a:off x="71300" y="904275"/>
            <a:ext cx="33426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a:t>The transport layer is located between the </a:t>
            </a:r>
            <a:r>
              <a:rPr b="1" lang="en"/>
              <a:t>application layer</a:t>
            </a:r>
            <a:r>
              <a:rPr lang="en"/>
              <a:t> and </a:t>
            </a:r>
            <a:r>
              <a:rPr b="1" lang="en"/>
              <a:t>the network layer</a:t>
            </a:r>
            <a:r>
              <a:rPr lang="en"/>
              <a:t>. It provides services to the application layer and receives services from the network layer. It acts as the end-to-end </a:t>
            </a:r>
            <a:r>
              <a:rPr b="1" lang="en"/>
              <a:t>logical vehicle</a:t>
            </a:r>
            <a:r>
              <a:rPr lang="en"/>
              <a:t> for transferring data from one point to another in the Internet. </a:t>
            </a:r>
            <a:endParaRPr/>
          </a:p>
        </p:txBody>
      </p:sp>
      <p:sp>
        <p:nvSpPr>
          <p:cNvPr id="308" name="Google Shape;308;p44"/>
          <p:cNvSpPr txBox="1"/>
          <p:nvPr/>
        </p:nvSpPr>
        <p:spPr>
          <a:xfrm>
            <a:off x="490925" y="105924"/>
            <a:ext cx="3249000" cy="6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2"/>
                </a:solidFill>
                <a:latin typeface="Instrument Sans"/>
                <a:ea typeface="Instrument Sans"/>
                <a:cs typeface="Instrument Sans"/>
                <a:sym typeface="Instrument Sans"/>
              </a:rPr>
              <a:t>Recap</a:t>
            </a:r>
            <a:endParaRPr b="1" sz="2400">
              <a:solidFill>
                <a:schemeClr val="dk2"/>
              </a:solidFill>
              <a:latin typeface="Instrument Sans"/>
              <a:ea typeface="Instrument Sans"/>
              <a:cs typeface="Instrument Sans"/>
              <a:sym typeface="Instrument Sans"/>
            </a:endParaRPr>
          </a:p>
        </p:txBody>
      </p:sp>
      <p:pic>
        <p:nvPicPr>
          <p:cNvPr id="309" name="Google Shape;309;p44"/>
          <p:cNvPicPr preferRelativeResize="0"/>
          <p:nvPr/>
        </p:nvPicPr>
        <p:blipFill rotWithShape="1">
          <a:blip r:embed="rId4">
            <a:alphaModFix/>
          </a:blip>
          <a:srcRect b="0" l="0" r="0" t="0"/>
          <a:stretch/>
        </p:blipFill>
        <p:spPr>
          <a:xfrm>
            <a:off x="3421276" y="85362"/>
            <a:ext cx="5648449" cy="4369974"/>
          </a:xfrm>
          <a:prstGeom prst="rect">
            <a:avLst/>
          </a:prstGeom>
          <a:noFill/>
          <a:ln>
            <a:noFill/>
          </a:ln>
        </p:spPr>
      </p:pic>
      <p:sp>
        <p:nvSpPr>
          <p:cNvPr id="310" name="Google Shape;310;p44"/>
          <p:cNvSpPr/>
          <p:nvPr/>
        </p:nvSpPr>
        <p:spPr>
          <a:xfrm>
            <a:off x="4276830" y="1339626"/>
            <a:ext cx="1395300" cy="641700"/>
          </a:xfrm>
          <a:prstGeom prst="rect">
            <a:avLst/>
          </a:prstGeom>
          <a:gradFill>
            <a:gsLst>
              <a:gs pos="0">
                <a:srgbClr val="E0ECF5"/>
              </a:gs>
              <a:gs pos="100000">
                <a:srgbClr val="83AECF"/>
              </a:gs>
            </a:gsLst>
            <a:lin ang="5400012" scaled="0"/>
          </a:gra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C343D"/>
                </a:solidFill>
                <a:latin typeface="Instrument Sans"/>
                <a:ea typeface="Instrument Sans"/>
                <a:cs typeface="Instrument Sans"/>
                <a:sym typeface="Instrument Sans"/>
              </a:rPr>
              <a:t>SCTP</a:t>
            </a:r>
            <a:endParaRPr b="1">
              <a:solidFill>
                <a:srgbClr val="0C343D"/>
              </a:solidFill>
              <a:latin typeface="Instrument Sans"/>
              <a:ea typeface="Instrument Sans"/>
              <a:cs typeface="Instrument Sans"/>
              <a:sym typeface="Instrument Sans"/>
            </a:endParaRPr>
          </a:p>
        </p:txBody>
      </p:sp>
      <p:sp>
        <p:nvSpPr>
          <p:cNvPr id="311" name="Google Shape;311;p44"/>
          <p:cNvSpPr txBox="1"/>
          <p:nvPr/>
        </p:nvSpPr>
        <p:spPr>
          <a:xfrm>
            <a:off x="5073419" y="4579850"/>
            <a:ext cx="2492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073763"/>
                </a:solidFill>
                <a:latin typeface="Lora"/>
                <a:ea typeface="Lora"/>
                <a:cs typeface="Lora"/>
                <a:sym typeface="Lora"/>
              </a:rPr>
              <a:t>POSITION OF </a:t>
            </a:r>
            <a:r>
              <a:rPr b="1" lang="en" sz="900">
                <a:solidFill>
                  <a:srgbClr val="073763"/>
                </a:solidFill>
                <a:latin typeface="Lora"/>
                <a:ea typeface="Lora"/>
                <a:cs typeface="Lora"/>
                <a:sym typeface="Lora"/>
              </a:rPr>
              <a:t>TRANSPORT LAYER</a:t>
            </a:r>
            <a:r>
              <a:rPr b="1" lang="en" sz="900">
                <a:solidFill>
                  <a:srgbClr val="073763"/>
                </a:solidFill>
                <a:latin typeface="Lora"/>
                <a:ea typeface="Lora"/>
                <a:cs typeface="Lora"/>
                <a:sym typeface="Lora"/>
              </a:rPr>
              <a:t> </a:t>
            </a:r>
            <a:endParaRPr b="1" sz="900">
              <a:solidFill>
                <a:srgbClr val="073763"/>
              </a:solidFill>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5"/>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7" name="Google Shape;317;p45"/>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8" name="Google Shape;318;p45"/>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319" name="Google Shape;319;p45"/>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320" name="Google Shape;320;p45"/>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321" name="Google Shape;321;p45"/>
          <p:cNvSpPr txBox="1"/>
          <p:nvPr/>
        </p:nvSpPr>
        <p:spPr>
          <a:xfrm>
            <a:off x="490925" y="59420"/>
            <a:ext cx="1259700" cy="6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2"/>
                </a:solidFill>
                <a:latin typeface="Instrument Sans"/>
                <a:ea typeface="Instrument Sans"/>
                <a:cs typeface="Instrument Sans"/>
                <a:sym typeface="Instrument Sans"/>
              </a:rPr>
              <a:t>Recap</a:t>
            </a:r>
            <a:endParaRPr b="1" sz="2400">
              <a:solidFill>
                <a:schemeClr val="dk2"/>
              </a:solidFill>
              <a:latin typeface="Instrument Sans"/>
              <a:ea typeface="Instrument Sans"/>
              <a:cs typeface="Instrument Sans"/>
              <a:sym typeface="Instrument Sans"/>
            </a:endParaRPr>
          </a:p>
        </p:txBody>
      </p:sp>
      <p:sp>
        <p:nvSpPr>
          <p:cNvPr id="322" name="Google Shape;322;p45"/>
          <p:cNvSpPr txBox="1"/>
          <p:nvPr/>
        </p:nvSpPr>
        <p:spPr>
          <a:xfrm>
            <a:off x="2516250" y="838925"/>
            <a:ext cx="4111500" cy="6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dk2"/>
                </a:solidFill>
                <a:latin typeface="Merriweather"/>
                <a:ea typeface="Merriweather"/>
                <a:cs typeface="Merriweather"/>
                <a:sym typeface="Merriweather"/>
              </a:rPr>
              <a:t>Disadvantage of UDP and TCP</a:t>
            </a:r>
            <a:endParaRPr b="1" sz="1900">
              <a:solidFill>
                <a:schemeClr val="dk2"/>
              </a:solidFill>
              <a:latin typeface="Merriweather"/>
              <a:ea typeface="Merriweather"/>
              <a:cs typeface="Merriweather"/>
              <a:sym typeface="Merriweather"/>
            </a:endParaRPr>
          </a:p>
        </p:txBody>
      </p:sp>
      <p:sp>
        <p:nvSpPr>
          <p:cNvPr id="323" name="Google Shape;323;p45"/>
          <p:cNvSpPr txBox="1"/>
          <p:nvPr/>
        </p:nvSpPr>
        <p:spPr>
          <a:xfrm>
            <a:off x="536700" y="1573500"/>
            <a:ext cx="9951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73763"/>
                </a:solidFill>
                <a:latin typeface="Instrument Sans"/>
                <a:ea typeface="Instrument Sans"/>
                <a:cs typeface="Instrument Sans"/>
                <a:sym typeface="Instrument Sans"/>
              </a:rPr>
              <a:t>For  UDP</a:t>
            </a:r>
            <a:endParaRPr b="1">
              <a:solidFill>
                <a:srgbClr val="073763"/>
              </a:solidFill>
              <a:latin typeface="Instrument Sans"/>
              <a:ea typeface="Instrument Sans"/>
              <a:cs typeface="Instrument Sans"/>
              <a:sym typeface="Instrument Sans"/>
            </a:endParaRPr>
          </a:p>
        </p:txBody>
      </p:sp>
      <p:sp>
        <p:nvSpPr>
          <p:cNvPr id="324" name="Google Shape;324;p45"/>
          <p:cNvSpPr txBox="1"/>
          <p:nvPr/>
        </p:nvSpPr>
        <p:spPr>
          <a:xfrm>
            <a:off x="4671000" y="1573488"/>
            <a:ext cx="9951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73763"/>
                </a:solidFill>
                <a:latin typeface="Instrument Sans"/>
                <a:ea typeface="Instrument Sans"/>
                <a:cs typeface="Instrument Sans"/>
                <a:sym typeface="Instrument Sans"/>
              </a:rPr>
              <a:t>For</a:t>
            </a:r>
            <a:r>
              <a:rPr b="1" lang="en">
                <a:solidFill>
                  <a:srgbClr val="073763"/>
                </a:solidFill>
                <a:latin typeface="Instrument Sans"/>
                <a:ea typeface="Instrument Sans"/>
                <a:cs typeface="Instrument Sans"/>
                <a:sym typeface="Instrument Sans"/>
              </a:rPr>
              <a:t> TCP</a:t>
            </a:r>
            <a:endParaRPr b="1">
              <a:solidFill>
                <a:srgbClr val="073763"/>
              </a:solidFill>
              <a:latin typeface="Instrument Sans"/>
              <a:ea typeface="Instrument Sans"/>
              <a:cs typeface="Instrument Sans"/>
              <a:sym typeface="Instrument Sans"/>
            </a:endParaRPr>
          </a:p>
        </p:txBody>
      </p:sp>
      <p:sp>
        <p:nvSpPr>
          <p:cNvPr id="325" name="Google Shape;325;p45"/>
          <p:cNvSpPr txBox="1"/>
          <p:nvPr/>
        </p:nvSpPr>
        <p:spPr>
          <a:xfrm>
            <a:off x="536700" y="2010600"/>
            <a:ext cx="2631900" cy="15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73763"/>
                </a:solidFill>
                <a:latin typeface="Instrument Sans"/>
                <a:ea typeface="Instrument Sans"/>
                <a:cs typeface="Instrument Sans"/>
                <a:sym typeface="Instrument Sans"/>
              </a:rPr>
              <a:t>1. No Flow  Control</a:t>
            </a:r>
            <a:endParaRPr b="1" sz="1200">
              <a:solidFill>
                <a:srgbClr val="073763"/>
              </a:solidFill>
              <a:latin typeface="Instrument Sans"/>
              <a:ea typeface="Instrument Sans"/>
              <a:cs typeface="Instrument Sans"/>
              <a:sym typeface="Instrument Sans"/>
            </a:endParaRPr>
          </a:p>
          <a:p>
            <a:pPr indent="0" lvl="0" marL="0" rtl="0" algn="l">
              <a:spcBef>
                <a:spcPts val="0"/>
              </a:spcBef>
              <a:spcAft>
                <a:spcPts val="0"/>
              </a:spcAft>
              <a:buNone/>
            </a:pPr>
            <a:r>
              <a:rPr b="1" lang="en" sz="1200">
                <a:solidFill>
                  <a:srgbClr val="073763"/>
                </a:solidFill>
                <a:latin typeface="Instrument Sans"/>
                <a:ea typeface="Instrument Sans"/>
                <a:cs typeface="Instrument Sans"/>
                <a:sym typeface="Instrument Sans"/>
              </a:rPr>
              <a:t>2.No Error Control</a:t>
            </a:r>
            <a:endParaRPr b="1" sz="1200">
              <a:solidFill>
                <a:srgbClr val="073763"/>
              </a:solidFill>
              <a:latin typeface="Instrument Sans"/>
              <a:ea typeface="Instrument Sans"/>
              <a:cs typeface="Instrument Sans"/>
              <a:sym typeface="Instrument Sans"/>
            </a:endParaRPr>
          </a:p>
          <a:p>
            <a:pPr indent="0" lvl="0" marL="0" rtl="0" algn="l">
              <a:spcBef>
                <a:spcPts val="0"/>
              </a:spcBef>
              <a:spcAft>
                <a:spcPts val="0"/>
              </a:spcAft>
              <a:buNone/>
            </a:pPr>
            <a:r>
              <a:rPr b="1" lang="en" sz="1200">
                <a:solidFill>
                  <a:srgbClr val="073763"/>
                </a:solidFill>
                <a:latin typeface="Instrument Sans"/>
                <a:ea typeface="Instrument Sans"/>
                <a:cs typeface="Instrument Sans"/>
                <a:sym typeface="Instrument Sans"/>
              </a:rPr>
              <a:t>3.No Congestion Control</a:t>
            </a:r>
            <a:endParaRPr b="1" sz="1200">
              <a:solidFill>
                <a:srgbClr val="073763"/>
              </a:solidFill>
              <a:latin typeface="Instrument Sans"/>
              <a:ea typeface="Instrument Sans"/>
              <a:cs typeface="Instrument Sans"/>
              <a:sym typeface="Instrument Sans"/>
            </a:endParaRPr>
          </a:p>
          <a:p>
            <a:pPr indent="0" lvl="0" marL="0" rtl="0" algn="l">
              <a:spcBef>
                <a:spcPts val="0"/>
              </a:spcBef>
              <a:spcAft>
                <a:spcPts val="0"/>
              </a:spcAft>
              <a:buNone/>
            </a:pPr>
            <a:r>
              <a:rPr b="1" lang="en" sz="1200">
                <a:solidFill>
                  <a:srgbClr val="073763"/>
                </a:solidFill>
                <a:latin typeface="Instrument Sans"/>
                <a:ea typeface="Instrument Sans"/>
                <a:cs typeface="Instrument Sans"/>
                <a:sym typeface="Instrument Sans"/>
              </a:rPr>
              <a:t>4.No Reliability</a:t>
            </a:r>
            <a:endParaRPr b="1" sz="1200">
              <a:solidFill>
                <a:srgbClr val="073763"/>
              </a:solidFill>
              <a:latin typeface="Instrument Sans"/>
              <a:ea typeface="Instrument Sans"/>
              <a:cs typeface="Instrument Sans"/>
              <a:sym typeface="Instrument Sans"/>
            </a:endParaRPr>
          </a:p>
          <a:p>
            <a:pPr indent="0" lvl="0" marL="0" rtl="0" algn="l">
              <a:spcBef>
                <a:spcPts val="0"/>
              </a:spcBef>
              <a:spcAft>
                <a:spcPts val="0"/>
              </a:spcAft>
              <a:buNone/>
            </a:pPr>
            <a:r>
              <a:rPr b="1" lang="en" sz="1200">
                <a:solidFill>
                  <a:srgbClr val="073763"/>
                </a:solidFill>
                <a:latin typeface="Instrument Sans"/>
                <a:ea typeface="Instrument Sans"/>
                <a:cs typeface="Instrument Sans"/>
                <a:sym typeface="Instrument Sans"/>
              </a:rPr>
              <a:t>5.Less Secure</a:t>
            </a:r>
            <a:endParaRPr b="1" sz="1200">
              <a:solidFill>
                <a:srgbClr val="073763"/>
              </a:solidFill>
              <a:latin typeface="Instrument Sans"/>
              <a:ea typeface="Instrument Sans"/>
              <a:cs typeface="Instrument Sans"/>
              <a:sym typeface="Instrument Sans"/>
            </a:endParaRPr>
          </a:p>
          <a:p>
            <a:pPr indent="0" lvl="0" marL="0" rtl="0" algn="l">
              <a:spcBef>
                <a:spcPts val="0"/>
              </a:spcBef>
              <a:spcAft>
                <a:spcPts val="0"/>
              </a:spcAft>
              <a:buNone/>
            </a:pPr>
            <a:r>
              <a:t/>
            </a:r>
            <a:endParaRPr b="1" sz="1200">
              <a:solidFill>
                <a:srgbClr val="073763"/>
              </a:solidFill>
              <a:latin typeface="Instrument Sans"/>
              <a:ea typeface="Instrument Sans"/>
              <a:cs typeface="Instrument Sans"/>
              <a:sym typeface="Instrument Sans"/>
            </a:endParaRPr>
          </a:p>
        </p:txBody>
      </p:sp>
      <p:sp>
        <p:nvSpPr>
          <p:cNvPr id="326" name="Google Shape;326;p45"/>
          <p:cNvSpPr txBox="1"/>
          <p:nvPr/>
        </p:nvSpPr>
        <p:spPr>
          <a:xfrm>
            <a:off x="4671000" y="2010600"/>
            <a:ext cx="4204200" cy="224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73763"/>
                </a:solidFill>
                <a:latin typeface="Instrument Sans"/>
                <a:ea typeface="Instrument Sans"/>
                <a:cs typeface="Instrument Sans"/>
                <a:sym typeface="Instrument Sans"/>
              </a:rPr>
              <a:t>1. Head-of-line blocking</a:t>
            </a:r>
            <a:endParaRPr b="1" sz="1200">
              <a:solidFill>
                <a:srgbClr val="073763"/>
              </a:solidFill>
              <a:latin typeface="Instrument Sans"/>
              <a:ea typeface="Instrument Sans"/>
              <a:cs typeface="Instrument Sans"/>
              <a:sym typeface="Instrument Sans"/>
            </a:endParaRPr>
          </a:p>
          <a:p>
            <a:pPr indent="0" lvl="0" marL="0" rtl="0" algn="l">
              <a:spcBef>
                <a:spcPts val="0"/>
              </a:spcBef>
              <a:spcAft>
                <a:spcPts val="0"/>
              </a:spcAft>
              <a:buNone/>
            </a:pPr>
            <a:r>
              <a:rPr b="1" lang="en" sz="1200">
                <a:solidFill>
                  <a:srgbClr val="073763"/>
                </a:solidFill>
                <a:latin typeface="Instrument Sans"/>
                <a:ea typeface="Instrument Sans"/>
                <a:cs typeface="Instrument Sans"/>
                <a:sym typeface="Instrument Sans"/>
              </a:rPr>
              <a:t>2.No </a:t>
            </a:r>
            <a:r>
              <a:rPr b="1" lang="en" sz="1200">
                <a:solidFill>
                  <a:srgbClr val="073763"/>
                </a:solidFill>
                <a:latin typeface="Instrument Sans"/>
                <a:ea typeface="Instrument Sans"/>
                <a:cs typeface="Instrument Sans"/>
                <a:sym typeface="Instrument Sans"/>
              </a:rPr>
              <a:t>Multi-Streaming</a:t>
            </a:r>
            <a:endParaRPr b="1" sz="1200">
              <a:solidFill>
                <a:srgbClr val="073763"/>
              </a:solidFill>
              <a:latin typeface="Instrument Sans"/>
              <a:ea typeface="Instrument Sans"/>
              <a:cs typeface="Instrument Sans"/>
              <a:sym typeface="Instrument Sans"/>
            </a:endParaRPr>
          </a:p>
          <a:p>
            <a:pPr indent="0" lvl="0" marL="0" rtl="0" algn="l">
              <a:spcBef>
                <a:spcPts val="0"/>
              </a:spcBef>
              <a:spcAft>
                <a:spcPts val="0"/>
              </a:spcAft>
              <a:buNone/>
            </a:pPr>
            <a:r>
              <a:rPr b="1" lang="en" sz="1200">
                <a:solidFill>
                  <a:srgbClr val="073763"/>
                </a:solidFill>
                <a:latin typeface="Instrument Sans"/>
                <a:ea typeface="Instrument Sans"/>
                <a:cs typeface="Instrument Sans"/>
                <a:sym typeface="Instrument Sans"/>
              </a:rPr>
              <a:t>3.Congestion Control May Reduce  Performance</a:t>
            </a:r>
            <a:endParaRPr b="1" sz="1200">
              <a:solidFill>
                <a:srgbClr val="073763"/>
              </a:solidFill>
              <a:latin typeface="Instrument Sans"/>
              <a:ea typeface="Instrument Sans"/>
              <a:cs typeface="Instrument Sans"/>
              <a:sym typeface="Instrument Sans"/>
            </a:endParaRPr>
          </a:p>
          <a:p>
            <a:pPr indent="0" lvl="0" marL="0" rtl="0" algn="l">
              <a:spcBef>
                <a:spcPts val="0"/>
              </a:spcBef>
              <a:spcAft>
                <a:spcPts val="0"/>
              </a:spcAft>
              <a:buNone/>
            </a:pPr>
            <a:r>
              <a:rPr b="1" lang="en" sz="1200">
                <a:solidFill>
                  <a:srgbClr val="073763"/>
                </a:solidFill>
                <a:latin typeface="Instrument Sans"/>
                <a:ea typeface="Instrument Sans"/>
                <a:cs typeface="Instrument Sans"/>
                <a:sym typeface="Instrument Sans"/>
              </a:rPr>
              <a:t>4.</a:t>
            </a:r>
            <a:r>
              <a:rPr b="1" lang="en" sz="1200">
                <a:solidFill>
                  <a:srgbClr val="073763"/>
                </a:solidFill>
                <a:latin typeface="Instrument Sans"/>
                <a:ea typeface="Instrument Sans"/>
                <a:cs typeface="Instrument Sans"/>
                <a:sym typeface="Instrument Sans"/>
              </a:rPr>
              <a:t>Consumes More Bandwidth</a:t>
            </a:r>
            <a:endParaRPr b="1" sz="1200">
              <a:solidFill>
                <a:srgbClr val="073763"/>
              </a:solidFill>
              <a:latin typeface="Instrument Sans"/>
              <a:ea typeface="Instrument Sans"/>
              <a:cs typeface="Instrument Sans"/>
              <a:sym typeface="Instrument Sans"/>
            </a:endParaRPr>
          </a:p>
          <a:p>
            <a:pPr indent="0" lvl="0" marL="0" rtl="0" algn="l">
              <a:spcBef>
                <a:spcPts val="0"/>
              </a:spcBef>
              <a:spcAft>
                <a:spcPts val="0"/>
              </a:spcAft>
              <a:buNone/>
            </a:pPr>
            <a:r>
              <a:t/>
            </a:r>
            <a:endParaRPr b="1" sz="1200">
              <a:solidFill>
                <a:srgbClr val="073763"/>
              </a:solidFill>
              <a:latin typeface="Instrument Sans"/>
              <a:ea typeface="Instrument Sans"/>
              <a:cs typeface="Instrument Sans"/>
              <a:sym typeface="Instrument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6"/>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2" name="Google Shape;332;p46"/>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3" name="Google Shape;333;p46"/>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334" name="Google Shape;334;p46"/>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335" name="Google Shape;335;p46"/>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336" name="Google Shape;336;p46"/>
          <p:cNvSpPr txBox="1"/>
          <p:nvPr/>
        </p:nvSpPr>
        <p:spPr>
          <a:xfrm>
            <a:off x="130200" y="790774"/>
            <a:ext cx="87714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i="1" lang="en" sz="2100">
                <a:latin typeface="Times New Roman"/>
                <a:ea typeface="Times New Roman"/>
                <a:cs typeface="Times New Roman"/>
                <a:sym typeface="Times New Roman"/>
              </a:rPr>
              <a:t>Stream Control Transmission Protocol (SCTP) is a new </a:t>
            </a:r>
            <a:r>
              <a:rPr b="1" i="1" lang="en" sz="2100">
                <a:latin typeface="Times New Roman"/>
                <a:ea typeface="Times New Roman"/>
                <a:cs typeface="Times New Roman"/>
                <a:sym typeface="Times New Roman"/>
              </a:rPr>
              <a:t>a message-oriented, </a:t>
            </a:r>
            <a:r>
              <a:rPr b="1" i="1" lang="en" sz="2100">
                <a:latin typeface="Times New Roman"/>
                <a:ea typeface="Times New Roman"/>
                <a:cs typeface="Times New Roman"/>
                <a:sym typeface="Times New Roman"/>
              </a:rPr>
              <a:t>reliable transport layer protocol </a:t>
            </a:r>
            <a:r>
              <a:rPr b="1" i="1" lang="en" sz="2100">
                <a:latin typeface="Times New Roman"/>
                <a:ea typeface="Times New Roman"/>
                <a:cs typeface="Times New Roman"/>
                <a:sym typeface="Times New Roman"/>
              </a:rPr>
              <a:t>that combines the best features of UDP and TCP. H</a:t>
            </a:r>
            <a:r>
              <a:rPr b="1" i="1" lang="en" sz="2100">
                <a:latin typeface="Times New Roman"/>
                <a:ea typeface="Times New Roman"/>
                <a:cs typeface="Times New Roman"/>
                <a:sym typeface="Times New Roman"/>
              </a:rPr>
              <a:t>owever, it is mostly designed for Internet applications that have recently been introduced.</a:t>
            </a:r>
            <a:endParaRPr b="1" i="1" sz="2100">
              <a:latin typeface="Times New Roman"/>
              <a:ea typeface="Times New Roman"/>
              <a:cs typeface="Times New Roman"/>
              <a:sym typeface="Times New Roman"/>
            </a:endParaRPr>
          </a:p>
        </p:txBody>
      </p:sp>
      <p:sp>
        <p:nvSpPr>
          <p:cNvPr id="337" name="Google Shape;337;p46"/>
          <p:cNvSpPr txBox="1"/>
          <p:nvPr/>
        </p:nvSpPr>
        <p:spPr>
          <a:xfrm>
            <a:off x="764550" y="199050"/>
            <a:ext cx="2836800" cy="5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What is SCTP</a:t>
            </a:r>
            <a:endParaRPr b="1" sz="2600">
              <a:solidFill>
                <a:srgbClr val="20124D"/>
              </a:solidFill>
              <a:latin typeface="Georgia"/>
              <a:ea typeface="Georgia"/>
              <a:cs typeface="Georgia"/>
              <a:sym typeface="Georgia"/>
            </a:endParaRPr>
          </a:p>
        </p:txBody>
      </p:sp>
      <p:sp>
        <p:nvSpPr>
          <p:cNvPr id="338" name="Google Shape;338;p46"/>
          <p:cNvSpPr txBox="1"/>
          <p:nvPr/>
        </p:nvSpPr>
        <p:spPr>
          <a:xfrm>
            <a:off x="410500" y="2643615"/>
            <a:ext cx="48624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800"/>
              <a:buFont typeface="Times New Roman"/>
              <a:buNone/>
            </a:pPr>
            <a:r>
              <a:rPr b="1" i="1" lang="en" sz="2800" u="sng">
                <a:solidFill>
                  <a:srgbClr val="660000"/>
                </a:solidFill>
                <a:latin typeface="Times New Roman"/>
                <a:ea typeface="Times New Roman"/>
                <a:cs typeface="Times New Roman"/>
                <a:sym typeface="Times New Roman"/>
              </a:rPr>
              <a:t>Topics discussed in this section:</a:t>
            </a:r>
            <a:endParaRPr>
              <a:solidFill>
                <a:srgbClr val="660000"/>
              </a:solidFill>
            </a:endParaRPr>
          </a:p>
        </p:txBody>
      </p:sp>
      <p:sp>
        <p:nvSpPr>
          <p:cNvPr id="339" name="Google Shape;339;p46"/>
          <p:cNvSpPr txBox="1"/>
          <p:nvPr/>
        </p:nvSpPr>
        <p:spPr>
          <a:xfrm>
            <a:off x="565202" y="3276308"/>
            <a:ext cx="43995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351C75"/>
                </a:solidFill>
                <a:latin typeface="Times New Roman"/>
                <a:ea typeface="Times New Roman"/>
                <a:cs typeface="Times New Roman"/>
                <a:sym typeface="Times New Roman"/>
              </a:rPr>
              <a:t>* </a:t>
            </a:r>
            <a:r>
              <a:rPr b="1" lang="en" sz="1900">
                <a:solidFill>
                  <a:srgbClr val="351C75"/>
                </a:solidFill>
                <a:latin typeface="Times New Roman"/>
                <a:ea typeface="Times New Roman"/>
                <a:cs typeface="Times New Roman"/>
                <a:sym typeface="Times New Roman"/>
              </a:rPr>
              <a:t>SCTP Services and Features</a:t>
            </a:r>
            <a:endParaRPr sz="900">
              <a:solidFill>
                <a:srgbClr val="351C75"/>
              </a:solidFill>
            </a:endParaRPr>
          </a:p>
          <a:p>
            <a:pPr indent="0" lvl="0" marL="0" rtl="0" algn="l">
              <a:spcBef>
                <a:spcPts val="0"/>
              </a:spcBef>
              <a:spcAft>
                <a:spcPts val="0"/>
              </a:spcAft>
              <a:buNone/>
            </a:pPr>
            <a:r>
              <a:rPr b="1" lang="en" sz="1900">
                <a:solidFill>
                  <a:srgbClr val="351C75"/>
                </a:solidFill>
                <a:latin typeface="Times New Roman"/>
                <a:ea typeface="Times New Roman"/>
                <a:cs typeface="Times New Roman"/>
                <a:sym typeface="Times New Roman"/>
              </a:rPr>
              <a:t>* </a:t>
            </a:r>
            <a:r>
              <a:rPr b="1" lang="en" sz="1900">
                <a:solidFill>
                  <a:srgbClr val="351C75"/>
                </a:solidFill>
                <a:latin typeface="Times New Roman"/>
                <a:ea typeface="Times New Roman"/>
                <a:cs typeface="Times New Roman"/>
                <a:sym typeface="Times New Roman"/>
              </a:rPr>
              <a:t>Packet Format</a:t>
            </a:r>
            <a:endParaRPr sz="900">
              <a:solidFill>
                <a:srgbClr val="351C75"/>
              </a:solidFill>
            </a:endParaRPr>
          </a:p>
          <a:p>
            <a:pPr indent="0" lvl="0" marL="0" rtl="0" algn="l">
              <a:spcBef>
                <a:spcPts val="0"/>
              </a:spcBef>
              <a:spcAft>
                <a:spcPts val="0"/>
              </a:spcAft>
              <a:buNone/>
            </a:pPr>
            <a:r>
              <a:rPr b="1" lang="en" sz="1900">
                <a:solidFill>
                  <a:srgbClr val="351C75"/>
                </a:solidFill>
                <a:latin typeface="Times New Roman"/>
                <a:ea typeface="Times New Roman"/>
                <a:cs typeface="Times New Roman"/>
                <a:sym typeface="Times New Roman"/>
              </a:rPr>
              <a:t>* </a:t>
            </a:r>
            <a:r>
              <a:rPr b="1" lang="en" sz="1900">
                <a:solidFill>
                  <a:srgbClr val="351C75"/>
                </a:solidFill>
                <a:latin typeface="Times New Roman"/>
                <a:ea typeface="Times New Roman"/>
                <a:cs typeface="Times New Roman"/>
                <a:sym typeface="Times New Roman"/>
              </a:rPr>
              <a:t>An SCTP Association</a:t>
            </a:r>
            <a:endParaRPr sz="900">
              <a:solidFill>
                <a:srgbClr val="351C75"/>
              </a:solidFill>
            </a:endParaRPr>
          </a:p>
          <a:p>
            <a:pPr indent="0" lvl="0" marL="0" rtl="0" algn="l">
              <a:spcBef>
                <a:spcPts val="0"/>
              </a:spcBef>
              <a:spcAft>
                <a:spcPts val="0"/>
              </a:spcAft>
              <a:buNone/>
            </a:pPr>
            <a:r>
              <a:rPr b="1" lang="en" sz="1900">
                <a:solidFill>
                  <a:srgbClr val="351C75"/>
                </a:solidFill>
                <a:latin typeface="Times New Roman"/>
                <a:ea typeface="Times New Roman"/>
                <a:cs typeface="Times New Roman"/>
                <a:sym typeface="Times New Roman"/>
              </a:rPr>
              <a:t>* </a:t>
            </a:r>
            <a:r>
              <a:rPr b="1" lang="en" sz="1900">
                <a:solidFill>
                  <a:srgbClr val="351C75"/>
                </a:solidFill>
                <a:latin typeface="Times New Roman"/>
                <a:ea typeface="Times New Roman"/>
                <a:cs typeface="Times New Roman"/>
                <a:sym typeface="Times New Roman"/>
              </a:rPr>
              <a:t>Flow Control and Error Control</a:t>
            </a:r>
            <a:endParaRPr b="1" sz="1900">
              <a:solidFill>
                <a:srgbClr val="351C75"/>
              </a:solidFill>
              <a:latin typeface="Times New Roman"/>
              <a:ea typeface="Times New Roman"/>
              <a:cs typeface="Times New Roman"/>
              <a:sym typeface="Times New Roman"/>
            </a:endParaRPr>
          </a:p>
          <a:p>
            <a:pPr indent="0" lvl="0" marL="0" rtl="0" algn="l">
              <a:spcBef>
                <a:spcPts val="0"/>
              </a:spcBef>
              <a:spcAft>
                <a:spcPts val="0"/>
              </a:spcAft>
              <a:buNone/>
            </a:pPr>
            <a:r>
              <a:rPr b="1" lang="en" sz="1900">
                <a:solidFill>
                  <a:srgbClr val="351C75"/>
                </a:solidFill>
                <a:latin typeface="Times New Roman"/>
                <a:ea typeface="Times New Roman"/>
                <a:cs typeface="Times New Roman"/>
                <a:sym typeface="Times New Roman"/>
              </a:rPr>
              <a:t>* Conclusion</a:t>
            </a:r>
            <a:endParaRPr b="1" sz="1900">
              <a:solidFill>
                <a:srgbClr val="351C75"/>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7"/>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5" name="Google Shape;345;p47"/>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6" name="Google Shape;346;p47"/>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347" name="Google Shape;347;p47"/>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348" name="Google Shape;348;p47"/>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349" name="Google Shape;349;p47"/>
          <p:cNvSpPr txBox="1"/>
          <p:nvPr/>
        </p:nvSpPr>
        <p:spPr>
          <a:xfrm>
            <a:off x="902175" y="93000"/>
            <a:ext cx="3000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Why use </a:t>
            </a:r>
            <a:r>
              <a:rPr b="1" lang="en" sz="2600">
                <a:solidFill>
                  <a:srgbClr val="20124D"/>
                </a:solidFill>
                <a:latin typeface="Georgia"/>
                <a:ea typeface="Georgia"/>
                <a:cs typeface="Georgia"/>
                <a:sym typeface="Georgia"/>
              </a:rPr>
              <a:t>SCTP </a:t>
            </a:r>
            <a:endParaRPr/>
          </a:p>
        </p:txBody>
      </p:sp>
      <p:sp>
        <p:nvSpPr>
          <p:cNvPr id="350" name="Google Shape;350;p47"/>
          <p:cNvSpPr txBox="1"/>
          <p:nvPr/>
        </p:nvSpPr>
        <p:spPr>
          <a:xfrm>
            <a:off x="228600" y="697576"/>
            <a:ext cx="8535000" cy="1062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a:t> </a:t>
            </a:r>
            <a:r>
              <a:rPr b="1" lang="en" sz="1900">
                <a:solidFill>
                  <a:srgbClr val="0C343D"/>
                </a:solidFill>
              </a:rPr>
              <a:t>1.P</a:t>
            </a:r>
            <a:r>
              <a:rPr b="1" lang="en" sz="1900">
                <a:solidFill>
                  <a:srgbClr val="0C343D"/>
                </a:solidFill>
              </a:rPr>
              <a:t>rocess-to-Process Communication:</a:t>
            </a:r>
            <a:r>
              <a:rPr lang="en"/>
              <a:t> </a:t>
            </a:r>
            <a:endParaRPr/>
          </a:p>
          <a:p>
            <a:pPr indent="457200" lvl="0" marL="0" rtl="0" algn="just">
              <a:spcBef>
                <a:spcPts val="0"/>
              </a:spcBef>
              <a:spcAft>
                <a:spcPts val="0"/>
              </a:spcAft>
              <a:buNone/>
            </a:pPr>
            <a:r>
              <a:rPr b="1" lang="en" sz="1200">
                <a:solidFill>
                  <a:srgbClr val="0C343D"/>
                </a:solidFill>
              </a:rPr>
              <a:t>means sending data from one application process on a host to another application process on a different (or same) host. It uses IP addresses to identify the host and port numbers to identify the process, ensuring the data reaches the correct program</a:t>
            </a:r>
            <a:r>
              <a:rPr lang="en"/>
              <a:t>.</a:t>
            </a:r>
            <a:endParaRPr/>
          </a:p>
        </p:txBody>
      </p:sp>
      <p:sp>
        <p:nvSpPr>
          <p:cNvPr id="351" name="Google Shape;351;p47"/>
          <p:cNvSpPr txBox="1"/>
          <p:nvPr/>
        </p:nvSpPr>
        <p:spPr>
          <a:xfrm>
            <a:off x="293700" y="3095123"/>
            <a:ext cx="7926300" cy="158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C343D"/>
                </a:solidFill>
              </a:rPr>
              <a:t>3.Multiple Streams:</a:t>
            </a:r>
            <a:endParaRPr b="1" sz="1900">
              <a:solidFill>
                <a:srgbClr val="0C343D"/>
              </a:solidFill>
            </a:endParaRPr>
          </a:p>
          <a:p>
            <a:pPr indent="457200" lvl="0" marL="0" rtl="0" algn="l">
              <a:spcBef>
                <a:spcPts val="0"/>
              </a:spcBef>
              <a:spcAft>
                <a:spcPts val="0"/>
              </a:spcAft>
              <a:buNone/>
            </a:pPr>
            <a:r>
              <a:rPr b="1" lang="en" sz="1200">
                <a:solidFill>
                  <a:srgbClr val="0C343D"/>
                </a:solidFill>
              </a:rPr>
              <a:t>Multi-streaming allows an SCTP association to carry multiple independent streams of data simultaneously. Each stream is a separate, ordered sequence of messages. </a:t>
            </a:r>
            <a:r>
              <a:rPr b="1" lang="en" sz="1200" u="sng">
                <a:solidFill>
                  <a:srgbClr val="0C343D"/>
                </a:solidFill>
              </a:rPr>
              <a:t>For example,</a:t>
            </a:r>
            <a:r>
              <a:rPr b="1" lang="en" sz="1200">
                <a:solidFill>
                  <a:srgbClr val="0C343D"/>
                </a:solidFill>
              </a:rPr>
              <a:t> in a phone call, one stream could carry voice data while another carries chat messages and a third carries file transfers. Because the streams are independent, a </a:t>
            </a:r>
            <a:r>
              <a:rPr b="1" lang="en" sz="1200">
                <a:solidFill>
                  <a:srgbClr val="FFD966"/>
                </a:solidFill>
              </a:rPr>
              <a:t>packet</a:t>
            </a:r>
            <a:r>
              <a:rPr b="1" lang="en" sz="1200">
                <a:solidFill>
                  <a:srgbClr val="0C343D"/>
                </a:solidFill>
              </a:rPr>
              <a:t> loss in one stream will not cause a "head-of-line blocking" delay for the other streams. This is a major advantage over TCP, which can only support a single stream, causing all data to be blocked if a single packet is lost.</a:t>
            </a:r>
            <a:endParaRPr b="1" sz="1200">
              <a:solidFill>
                <a:srgbClr val="0C343D"/>
              </a:solidFill>
            </a:endParaRPr>
          </a:p>
        </p:txBody>
      </p:sp>
      <p:sp>
        <p:nvSpPr>
          <p:cNvPr id="352" name="Google Shape;352;p47"/>
          <p:cNvSpPr txBox="1"/>
          <p:nvPr/>
        </p:nvSpPr>
        <p:spPr>
          <a:xfrm>
            <a:off x="727350" y="1423125"/>
            <a:ext cx="8036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353" name="Google Shape;353;p47"/>
          <p:cNvSpPr txBox="1"/>
          <p:nvPr/>
        </p:nvSpPr>
        <p:spPr>
          <a:xfrm>
            <a:off x="228600" y="1763115"/>
            <a:ext cx="8763600" cy="121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C343D"/>
                </a:solidFill>
              </a:rPr>
              <a:t>2.No Head-of-line blocking:</a:t>
            </a:r>
            <a:endParaRPr b="1" sz="1900">
              <a:solidFill>
                <a:srgbClr val="0C343D"/>
              </a:solidFill>
            </a:endParaRPr>
          </a:p>
          <a:p>
            <a:pPr indent="0" lvl="0" marL="0" rtl="0" algn="l">
              <a:spcBef>
                <a:spcPts val="0"/>
              </a:spcBef>
              <a:spcAft>
                <a:spcPts val="0"/>
              </a:spcAft>
              <a:buNone/>
            </a:pPr>
            <a:r>
              <a:rPr b="1" lang="en" sz="1200">
                <a:solidFill>
                  <a:srgbClr val="0C343D"/>
                </a:solidFill>
              </a:rPr>
              <a:t>      	I</a:t>
            </a:r>
            <a:r>
              <a:rPr b="1" lang="en" sz="1200">
                <a:solidFill>
                  <a:srgbClr val="0C343D"/>
                </a:solidFill>
              </a:rPr>
              <a:t>f a user data message is lost during transit, all subsequent user data messages are delayed until the lost message has been retransmitted </a:t>
            </a:r>
            <a:r>
              <a:rPr b="1" lang="en" sz="1200">
                <a:solidFill>
                  <a:srgbClr val="E06666"/>
                </a:solidFill>
              </a:rPr>
              <a:t>(head-of-line blocking).</a:t>
            </a:r>
            <a:endParaRPr b="1" sz="1200">
              <a:solidFill>
                <a:srgbClr val="E06666"/>
              </a:solidFill>
            </a:endParaRPr>
          </a:p>
          <a:p>
            <a:pPr indent="0" lvl="0" marL="0" rtl="0" algn="l">
              <a:spcBef>
                <a:spcPts val="0"/>
              </a:spcBef>
              <a:spcAft>
                <a:spcPts val="0"/>
              </a:spcAft>
              <a:buNone/>
            </a:pPr>
            <a:r>
              <a:rPr b="1" lang="en" sz="1200">
                <a:solidFill>
                  <a:srgbClr val="0C343D"/>
                </a:solidFill>
              </a:rPr>
              <a:t>Some applications do not require a strict ordering of messages. E.g. applications that exchange unrelated application messages could cope with out-of-order messages (messages are simply processed as they arrive at the receiver). </a:t>
            </a:r>
            <a:endParaRPr b="1" sz="1200">
              <a:solidFill>
                <a:srgbClr val="0C343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8"/>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9" name="Google Shape;359;p48"/>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0" name="Google Shape;360;p48"/>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361" name="Google Shape;361;p48"/>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362" name="Google Shape;362;p48"/>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363" name="Google Shape;363;p48"/>
          <p:cNvSpPr txBox="1"/>
          <p:nvPr/>
        </p:nvSpPr>
        <p:spPr>
          <a:xfrm>
            <a:off x="902175" y="55796"/>
            <a:ext cx="3000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Why use SCTP </a:t>
            </a:r>
            <a:endParaRPr/>
          </a:p>
        </p:txBody>
      </p:sp>
      <p:sp>
        <p:nvSpPr>
          <p:cNvPr id="364" name="Google Shape;364;p48"/>
          <p:cNvSpPr txBox="1"/>
          <p:nvPr/>
        </p:nvSpPr>
        <p:spPr>
          <a:xfrm>
            <a:off x="2742450" y="4635447"/>
            <a:ext cx="36591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2400"/>
              <a:buFont typeface="Times New Roman"/>
              <a:buNone/>
            </a:pPr>
            <a:r>
              <a:rPr b="1" i="0" lang="en" sz="2100" u="none">
                <a:solidFill>
                  <a:srgbClr val="3333CC"/>
                </a:solidFill>
                <a:latin typeface="Times New Roman"/>
                <a:ea typeface="Times New Roman"/>
                <a:cs typeface="Times New Roman"/>
                <a:sym typeface="Times New Roman"/>
              </a:rPr>
              <a:t>Fi</a:t>
            </a:r>
            <a:r>
              <a:rPr b="1" lang="en" sz="2100">
                <a:solidFill>
                  <a:srgbClr val="3333CC"/>
                </a:solidFill>
                <a:latin typeface="Times New Roman"/>
                <a:ea typeface="Times New Roman"/>
                <a:cs typeface="Times New Roman"/>
                <a:sym typeface="Times New Roman"/>
              </a:rPr>
              <a:t>g:</a:t>
            </a:r>
            <a:r>
              <a:rPr b="1" i="0" lang="en" sz="2100" u="none">
                <a:solidFill>
                  <a:srgbClr val="3333CC"/>
                </a:solidFill>
                <a:latin typeface="Times New Roman"/>
                <a:ea typeface="Times New Roman"/>
                <a:cs typeface="Times New Roman"/>
                <a:sym typeface="Times New Roman"/>
              </a:rPr>
              <a:t> </a:t>
            </a:r>
            <a:r>
              <a:rPr b="1" i="1" lang="en" sz="1700" u="none">
                <a:solidFill>
                  <a:srgbClr val="4C1130"/>
                </a:solidFill>
                <a:latin typeface="Times New Roman"/>
                <a:ea typeface="Times New Roman"/>
                <a:cs typeface="Times New Roman"/>
                <a:sym typeface="Times New Roman"/>
              </a:rPr>
              <a:t>Multiple-stream </a:t>
            </a:r>
            <a:r>
              <a:rPr b="1" i="1" lang="en" sz="1700">
                <a:solidFill>
                  <a:srgbClr val="4C1130"/>
                </a:solidFill>
                <a:latin typeface="Times New Roman"/>
                <a:ea typeface="Times New Roman"/>
                <a:cs typeface="Times New Roman"/>
                <a:sym typeface="Times New Roman"/>
              </a:rPr>
              <a:t>C</a:t>
            </a:r>
            <a:r>
              <a:rPr b="1" i="1" lang="en" sz="1700" u="none">
                <a:solidFill>
                  <a:srgbClr val="4C1130"/>
                </a:solidFill>
                <a:latin typeface="Times New Roman"/>
                <a:ea typeface="Times New Roman"/>
                <a:cs typeface="Times New Roman"/>
                <a:sym typeface="Times New Roman"/>
              </a:rPr>
              <a:t>oncept</a:t>
            </a:r>
            <a:endParaRPr sz="1100">
              <a:solidFill>
                <a:srgbClr val="4C1130"/>
              </a:solidFill>
            </a:endParaRPr>
          </a:p>
        </p:txBody>
      </p:sp>
      <p:pic>
        <p:nvPicPr>
          <p:cNvPr id="365" name="Google Shape;365;p48"/>
          <p:cNvPicPr preferRelativeResize="0"/>
          <p:nvPr/>
        </p:nvPicPr>
        <p:blipFill rotWithShape="1">
          <a:blip r:embed="rId4">
            <a:alphaModFix/>
          </a:blip>
          <a:srcRect b="0" l="0" r="0" t="0"/>
          <a:stretch/>
        </p:blipFill>
        <p:spPr>
          <a:xfrm>
            <a:off x="779462" y="746739"/>
            <a:ext cx="7450137" cy="3638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9"/>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1" sz="1200">
              <a:solidFill>
                <a:srgbClr val="0C343D"/>
              </a:solidFill>
              <a:latin typeface="Arial"/>
              <a:ea typeface="Arial"/>
              <a:cs typeface="Arial"/>
              <a:sym typeface="Arial"/>
            </a:endParaRPr>
          </a:p>
        </p:txBody>
      </p:sp>
      <p:sp>
        <p:nvSpPr>
          <p:cNvPr id="371" name="Google Shape;371;p49"/>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2" name="Google Shape;372;p49"/>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373" name="Google Shape;373;p49"/>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374" name="Google Shape;374;p49"/>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375" name="Google Shape;375;p49"/>
          <p:cNvSpPr txBox="1"/>
          <p:nvPr/>
        </p:nvSpPr>
        <p:spPr>
          <a:xfrm>
            <a:off x="902175" y="55796"/>
            <a:ext cx="3000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Why use SCTP </a:t>
            </a:r>
            <a:endParaRPr/>
          </a:p>
        </p:txBody>
      </p:sp>
      <p:sp>
        <p:nvSpPr>
          <p:cNvPr id="376" name="Google Shape;376;p49"/>
          <p:cNvSpPr txBox="1"/>
          <p:nvPr/>
        </p:nvSpPr>
        <p:spPr>
          <a:xfrm>
            <a:off x="504125" y="865000"/>
            <a:ext cx="8482500" cy="132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1200">
                <a:solidFill>
                  <a:srgbClr val="0C343D"/>
                </a:solidFill>
              </a:rPr>
              <a:t>4.</a:t>
            </a:r>
            <a:r>
              <a:rPr b="1" lang="en" sz="1200">
                <a:solidFill>
                  <a:srgbClr val="0C343D"/>
                </a:solidFill>
              </a:rPr>
              <a:t>Multihoming:</a:t>
            </a:r>
            <a:endParaRPr b="1" sz="1200">
              <a:solidFill>
                <a:srgbClr val="0C343D"/>
              </a:solidFill>
            </a:endParaRPr>
          </a:p>
          <a:p>
            <a:pPr indent="0" lvl="0" marL="0" marR="0" rtl="0" algn="l">
              <a:lnSpc>
                <a:spcPct val="100000"/>
              </a:lnSpc>
              <a:spcBef>
                <a:spcPts val="0"/>
              </a:spcBef>
              <a:spcAft>
                <a:spcPts val="0"/>
              </a:spcAft>
              <a:buNone/>
            </a:pPr>
            <a:r>
              <a:rPr b="1" lang="en" sz="1200">
                <a:solidFill>
                  <a:srgbClr val="0C343D"/>
                </a:solidFill>
              </a:rPr>
              <a:t>	An SCTP association,supports multihoming service. The sending and receiving host can define multiple IP addresses in each end for an association. In this fault-tolerant approach, when one path fails, another interface can be used for data delivery without interruption. This </a:t>
            </a:r>
            <a:r>
              <a:rPr b="1" lang="en" sz="1300">
                <a:solidFill>
                  <a:srgbClr val="7F6000"/>
                </a:solidFill>
              </a:rPr>
              <a:t>fault-tolerant</a:t>
            </a:r>
            <a:r>
              <a:rPr b="1" lang="en" sz="1200">
                <a:solidFill>
                  <a:srgbClr val="0C343D"/>
                </a:solidFill>
              </a:rPr>
              <a:t> feature is very helpful in Internet telephony.SCTP does not allow </a:t>
            </a:r>
            <a:r>
              <a:rPr b="1" lang="en" sz="1300">
                <a:solidFill>
                  <a:srgbClr val="BF9000"/>
                </a:solidFill>
              </a:rPr>
              <a:t>load sharing</a:t>
            </a:r>
            <a:r>
              <a:rPr b="1" lang="en" sz="1200">
                <a:solidFill>
                  <a:srgbClr val="0C343D"/>
                </a:solidFill>
              </a:rPr>
              <a:t> between different paths. Advantages of multihoming are</a:t>
            </a:r>
            <a:endParaRPr b="1" sz="1200">
              <a:solidFill>
                <a:srgbClr val="0C343D"/>
              </a:solidFill>
            </a:endParaRPr>
          </a:p>
          <a:p>
            <a:pPr indent="0" lvl="0" marL="0" rtl="0" algn="l">
              <a:spcBef>
                <a:spcPts val="0"/>
              </a:spcBef>
              <a:spcAft>
                <a:spcPts val="0"/>
              </a:spcAft>
              <a:buNone/>
            </a:pPr>
            <a:r>
              <a:rPr b="1" lang="en" sz="1200">
                <a:solidFill>
                  <a:srgbClr val="0C343D"/>
                </a:solidFill>
              </a:rPr>
              <a:t>Improved Reliability,Load Balancing,Enhanced Network Resilience,Seamless Handovers.</a:t>
            </a:r>
            <a:endParaRPr b="1" sz="1200">
              <a:solidFill>
                <a:srgbClr val="0C343D"/>
              </a:solidFill>
            </a:endParaRPr>
          </a:p>
        </p:txBody>
      </p:sp>
      <p:pic>
        <p:nvPicPr>
          <p:cNvPr id="377" name="Google Shape;377;p49"/>
          <p:cNvPicPr preferRelativeResize="0"/>
          <p:nvPr/>
        </p:nvPicPr>
        <p:blipFill rotWithShape="1">
          <a:blip r:embed="rId4">
            <a:alphaModFix/>
          </a:blip>
          <a:srcRect b="0" l="0" r="0" t="0"/>
          <a:stretch/>
        </p:blipFill>
        <p:spPr>
          <a:xfrm>
            <a:off x="1606399" y="2703737"/>
            <a:ext cx="5931200" cy="2111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0"/>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1" sz="1900">
              <a:solidFill>
                <a:srgbClr val="0C343D"/>
              </a:solidFill>
              <a:latin typeface="Arial"/>
              <a:ea typeface="Arial"/>
              <a:cs typeface="Arial"/>
              <a:sym typeface="Arial"/>
            </a:endParaRPr>
          </a:p>
        </p:txBody>
      </p:sp>
      <p:sp>
        <p:nvSpPr>
          <p:cNvPr id="383" name="Google Shape;383;p50"/>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4" name="Google Shape;384;p50"/>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385" name="Google Shape;385;p50"/>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386" name="Google Shape;386;p50"/>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387" name="Google Shape;387;p50"/>
          <p:cNvSpPr txBox="1"/>
          <p:nvPr/>
        </p:nvSpPr>
        <p:spPr>
          <a:xfrm>
            <a:off x="902175" y="55796"/>
            <a:ext cx="3000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Why use SCTP </a:t>
            </a:r>
            <a:endParaRPr/>
          </a:p>
        </p:txBody>
      </p:sp>
      <p:sp>
        <p:nvSpPr>
          <p:cNvPr id="388" name="Google Shape;388;p50"/>
          <p:cNvSpPr txBox="1"/>
          <p:nvPr/>
        </p:nvSpPr>
        <p:spPr>
          <a:xfrm>
            <a:off x="486300" y="1026625"/>
            <a:ext cx="83169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C343D"/>
                </a:solidFill>
              </a:rPr>
              <a:t>5.Full-Duplex Communication:</a:t>
            </a:r>
            <a:endParaRPr b="1" sz="1900">
              <a:solidFill>
                <a:srgbClr val="0C343D"/>
              </a:solidFill>
            </a:endParaRPr>
          </a:p>
          <a:p>
            <a:pPr indent="0" lvl="0" marL="0" rtl="0" algn="l">
              <a:spcBef>
                <a:spcPts val="0"/>
              </a:spcBef>
              <a:spcAft>
                <a:spcPts val="0"/>
              </a:spcAft>
              <a:buNone/>
            </a:pPr>
            <a:r>
              <a:rPr b="1" lang="en" sz="1900">
                <a:solidFill>
                  <a:srgbClr val="0C343D"/>
                </a:solidFill>
              </a:rPr>
              <a:t>	</a:t>
            </a:r>
            <a:r>
              <a:rPr b="1" lang="en" sz="1200">
                <a:solidFill>
                  <a:srgbClr val="0C343D"/>
                </a:solidFill>
              </a:rPr>
              <a:t>Like TCP,SCTP offers full-duplex services,where data can flow in both directions at the same time.</a:t>
            </a:r>
            <a:endParaRPr b="1" sz="1200">
              <a:solidFill>
                <a:srgbClr val="0C343D"/>
              </a:solidFill>
            </a:endParaRPr>
          </a:p>
        </p:txBody>
      </p:sp>
      <p:sp>
        <p:nvSpPr>
          <p:cNvPr id="389" name="Google Shape;389;p50"/>
          <p:cNvSpPr txBox="1"/>
          <p:nvPr/>
        </p:nvSpPr>
        <p:spPr>
          <a:xfrm>
            <a:off x="472800" y="1940567"/>
            <a:ext cx="80862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C343D"/>
                </a:solidFill>
              </a:rPr>
              <a:t>6.</a:t>
            </a:r>
            <a:r>
              <a:rPr b="1" lang="en" sz="1900">
                <a:solidFill>
                  <a:srgbClr val="0C343D"/>
                </a:solidFill>
              </a:rPr>
              <a:t>Connection-Oriented Service:</a:t>
            </a:r>
            <a:endParaRPr b="1" sz="1900">
              <a:solidFill>
                <a:srgbClr val="0C343D"/>
              </a:solidFill>
            </a:endParaRPr>
          </a:p>
          <a:p>
            <a:pPr indent="0" lvl="0" marL="0" rtl="0" algn="l">
              <a:spcBef>
                <a:spcPts val="0"/>
              </a:spcBef>
              <a:spcAft>
                <a:spcPts val="0"/>
              </a:spcAft>
              <a:buNone/>
            </a:pPr>
            <a:r>
              <a:rPr b="1" lang="en" sz="1200">
                <a:solidFill>
                  <a:srgbClr val="0C343D"/>
                </a:solidFill>
              </a:rPr>
              <a:t>Like TCP, SCTP is a connection-oriented protocol. However, in SCTP, a connection is called an association.</a:t>
            </a:r>
            <a:endParaRPr b="1" sz="1200">
              <a:solidFill>
                <a:srgbClr val="0C343D"/>
              </a:solidFill>
            </a:endParaRPr>
          </a:p>
        </p:txBody>
      </p:sp>
      <p:sp>
        <p:nvSpPr>
          <p:cNvPr id="390" name="Google Shape;390;p50"/>
          <p:cNvSpPr txBox="1"/>
          <p:nvPr/>
        </p:nvSpPr>
        <p:spPr>
          <a:xfrm>
            <a:off x="472800" y="2726000"/>
            <a:ext cx="80862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C343D"/>
                </a:solidFill>
              </a:rPr>
              <a:t>7.</a:t>
            </a:r>
            <a:r>
              <a:rPr b="1" lang="en" sz="1900">
                <a:solidFill>
                  <a:srgbClr val="0C343D"/>
                </a:solidFill>
              </a:rPr>
              <a:t>Reliable Service</a:t>
            </a:r>
            <a:endParaRPr b="1" sz="1900">
              <a:solidFill>
                <a:srgbClr val="0C343D"/>
              </a:solidFill>
            </a:endParaRPr>
          </a:p>
          <a:p>
            <a:pPr indent="457200" lvl="0" marL="0" rtl="0" algn="l">
              <a:spcBef>
                <a:spcPts val="0"/>
              </a:spcBef>
              <a:spcAft>
                <a:spcPts val="0"/>
              </a:spcAft>
              <a:buNone/>
            </a:pPr>
            <a:r>
              <a:rPr b="1" lang="en" sz="1200">
                <a:solidFill>
                  <a:srgbClr val="0C343D"/>
                </a:solidFill>
              </a:rPr>
              <a:t>SCTP, like TCP, is a reliable transport protocol. It uses an acknowledgment mechanism</a:t>
            </a:r>
            <a:endParaRPr b="1" sz="1200">
              <a:solidFill>
                <a:srgbClr val="0C343D"/>
              </a:solidFill>
            </a:endParaRPr>
          </a:p>
          <a:p>
            <a:pPr indent="0" lvl="0" marL="0" rtl="0" algn="l">
              <a:spcBef>
                <a:spcPts val="0"/>
              </a:spcBef>
              <a:spcAft>
                <a:spcPts val="0"/>
              </a:spcAft>
              <a:buNone/>
            </a:pPr>
            <a:r>
              <a:rPr b="1" lang="en" sz="1200">
                <a:solidFill>
                  <a:srgbClr val="0C343D"/>
                </a:solidFill>
              </a:rPr>
              <a:t>to check the safe and sound arrival of data. We will discuss this feature further in the section on error control.</a:t>
            </a:r>
            <a:endParaRPr b="1" sz="1200">
              <a:solidFill>
                <a:srgbClr val="0C343D"/>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1"/>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6" name="Google Shape;396;p51"/>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7" name="Google Shape;397;p51"/>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398" name="Google Shape;398;p51"/>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399" name="Google Shape;399;p51"/>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400" name="Google Shape;400;p51"/>
          <p:cNvSpPr txBox="1"/>
          <p:nvPr/>
        </p:nvSpPr>
        <p:spPr>
          <a:xfrm>
            <a:off x="902175" y="55796"/>
            <a:ext cx="3000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SCTP Features: </a:t>
            </a:r>
            <a:endParaRPr/>
          </a:p>
        </p:txBody>
      </p:sp>
      <p:sp>
        <p:nvSpPr>
          <p:cNvPr id="401" name="Google Shape;401;p51"/>
          <p:cNvSpPr txBox="1"/>
          <p:nvPr/>
        </p:nvSpPr>
        <p:spPr>
          <a:xfrm>
            <a:off x="349950" y="657599"/>
            <a:ext cx="8444100" cy="4602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400"/>
              </a:spcBef>
              <a:spcAft>
                <a:spcPts val="0"/>
              </a:spcAft>
              <a:buNone/>
            </a:pPr>
            <a:r>
              <a:rPr lang="en" sz="1600"/>
              <a:t>Chunk:</a:t>
            </a:r>
            <a:endParaRPr sz="1600"/>
          </a:p>
          <a:p>
            <a:pPr indent="0" lvl="0" marL="0" rtl="0" algn="l">
              <a:lnSpc>
                <a:spcPct val="100000"/>
              </a:lnSpc>
              <a:spcBef>
                <a:spcPts val="1400"/>
              </a:spcBef>
              <a:spcAft>
                <a:spcPts val="0"/>
              </a:spcAft>
              <a:buNone/>
            </a:pPr>
            <a:r>
              <a:rPr lang="en" sz="1300"/>
              <a:t>A chunk is the fundamental unit of data in an SCTP packet. SCTP is a message-based protocol, and each message from an application is encapsulated into one or more chunks.</a:t>
            </a:r>
            <a:r>
              <a:rPr b="1" lang="en" sz="1300"/>
              <a:t>Data chunks</a:t>
            </a:r>
            <a:r>
              <a:rPr lang="en" sz="1300"/>
              <a:t> (containing user data) or</a:t>
            </a:r>
            <a:r>
              <a:rPr b="1" lang="en" sz="1300"/>
              <a:t> Control chunks</a:t>
            </a:r>
            <a:r>
              <a:rPr lang="en" sz="1300"/>
              <a:t> (</a:t>
            </a:r>
            <a:r>
              <a:rPr lang="en" sz="1300"/>
              <a:t> controls and maintains the association </a:t>
            </a:r>
            <a:r>
              <a:rPr lang="en" sz="1300"/>
              <a:t>containing signaling information like acknowledgments,stream reset requests)</a:t>
            </a:r>
            <a:endParaRPr sz="800"/>
          </a:p>
          <a:p>
            <a:pPr indent="0" lvl="0" marL="0" rtl="0" algn="l">
              <a:lnSpc>
                <a:spcPct val="100000"/>
              </a:lnSpc>
              <a:spcBef>
                <a:spcPts val="400"/>
              </a:spcBef>
              <a:spcAft>
                <a:spcPts val="0"/>
              </a:spcAft>
              <a:buNone/>
            </a:pPr>
            <a:r>
              <a:rPr lang="en" sz="1800"/>
              <a:t>Transmission Sequence Number (TSN):</a:t>
            </a:r>
            <a:endParaRPr sz="1800"/>
          </a:p>
          <a:p>
            <a:pPr indent="457200" lvl="0" marL="0" rtl="0" algn="l">
              <a:lnSpc>
                <a:spcPct val="100000"/>
              </a:lnSpc>
              <a:spcBef>
                <a:spcPts val="0"/>
              </a:spcBef>
              <a:spcAft>
                <a:spcPts val="0"/>
              </a:spcAft>
              <a:buNone/>
            </a:pPr>
            <a:r>
              <a:rPr lang="en" sz="1300"/>
              <a:t>SCTP uses a transmission sequence number (TSN) to number the data chunks.TSNs are 32 bits long and randomly initialized between 0 and 2^32 − 1. Each data chunk must carry the corresponding TSN in its header.</a:t>
            </a:r>
            <a:endParaRPr sz="1300"/>
          </a:p>
          <a:p>
            <a:pPr indent="0" lvl="0" marL="0" rtl="0" algn="l">
              <a:lnSpc>
                <a:spcPct val="100000"/>
              </a:lnSpc>
              <a:spcBef>
                <a:spcPts val="0"/>
              </a:spcBef>
              <a:spcAft>
                <a:spcPts val="0"/>
              </a:spcAft>
              <a:buNone/>
            </a:pPr>
            <a:r>
              <a:rPr b="1" lang="en" sz="1100">
                <a:solidFill>
                  <a:srgbClr val="990000"/>
                </a:solidFill>
              </a:rPr>
              <a:t>Note: In SCTP, a data chunk is numbered using a TSN.</a:t>
            </a:r>
            <a:endParaRPr sz="1100">
              <a:solidFill>
                <a:srgbClr val="990000"/>
              </a:solidFill>
            </a:endParaRPr>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800"/>
              <a:t>Stream Identifier (SI):</a:t>
            </a:r>
            <a:endParaRPr sz="1800"/>
          </a:p>
          <a:p>
            <a:pPr indent="457200" lvl="0" marL="0" rtl="0" algn="l">
              <a:lnSpc>
                <a:spcPct val="100000"/>
              </a:lnSpc>
              <a:spcBef>
                <a:spcPts val="0"/>
              </a:spcBef>
              <a:spcAft>
                <a:spcPts val="0"/>
              </a:spcAft>
              <a:buNone/>
            </a:pPr>
            <a:r>
              <a:rPr lang="en" sz="1300"/>
              <a:t>In SCTP, there may be several streams in each association. Each stream in SCTP needs</a:t>
            </a:r>
            <a:endParaRPr sz="1300"/>
          </a:p>
          <a:p>
            <a:pPr indent="0" lvl="0" marL="0" rtl="0" algn="l">
              <a:lnSpc>
                <a:spcPct val="100000"/>
              </a:lnSpc>
              <a:spcBef>
                <a:spcPts val="0"/>
              </a:spcBef>
              <a:spcAft>
                <a:spcPts val="0"/>
              </a:spcAft>
              <a:buNone/>
            </a:pPr>
            <a:r>
              <a:rPr lang="en" sz="1300"/>
              <a:t>to be identified using a stream identifier (SI). Each data chunk must carry the SI in its header so that when it arrives at the destination, it can be properly placed in its stream.</a:t>
            </a:r>
            <a:endParaRPr sz="1300"/>
          </a:p>
          <a:p>
            <a:pPr indent="0" lvl="0" marL="0" rtl="0" algn="l">
              <a:lnSpc>
                <a:spcPct val="100000"/>
              </a:lnSpc>
              <a:spcBef>
                <a:spcPts val="0"/>
              </a:spcBef>
              <a:spcAft>
                <a:spcPts val="0"/>
              </a:spcAft>
              <a:buNone/>
            </a:pPr>
            <a:r>
              <a:rPr lang="en" sz="1300"/>
              <a:t>The SI is a 16-bit number starting from 0.</a:t>
            </a:r>
            <a:endParaRPr sz="1300"/>
          </a:p>
          <a:p>
            <a:pPr indent="0" lvl="0" marL="0" rtl="0" algn="l">
              <a:lnSpc>
                <a:spcPct val="100000"/>
              </a:lnSpc>
              <a:spcBef>
                <a:spcPts val="0"/>
              </a:spcBef>
              <a:spcAft>
                <a:spcPts val="0"/>
              </a:spcAft>
              <a:buNone/>
            </a:pPr>
            <a:r>
              <a:rPr b="1" lang="en" sz="1100">
                <a:solidFill>
                  <a:srgbClr val="990000"/>
                </a:solidFill>
              </a:rPr>
              <a:t>Note: To distinguish between different streams, SCTP uses an SI.</a:t>
            </a:r>
            <a:endParaRPr b="1" sz="900">
              <a:solidFill>
                <a:srgbClr val="990000"/>
              </a:solidFill>
            </a:endParaRPr>
          </a:p>
          <a:p>
            <a:pPr indent="0" lvl="0" marL="0" rtl="0" algn="l">
              <a:lnSpc>
                <a:spcPct val="100000"/>
              </a:lnSpc>
              <a:spcBef>
                <a:spcPts val="0"/>
              </a:spcBef>
              <a:spcAft>
                <a:spcPts val="0"/>
              </a:spcAft>
              <a:buNone/>
            </a:pPr>
            <a:r>
              <a:t/>
            </a:r>
            <a:endParaRPr sz="1100"/>
          </a:p>
          <a:p>
            <a:pPr indent="0" lvl="0" marL="0" rtl="0" algn="l">
              <a:lnSpc>
                <a:spcPct val="100000"/>
              </a:lnSpc>
              <a:spcBef>
                <a:spcPts val="0"/>
              </a:spcBef>
              <a:spcAft>
                <a:spcPts val="0"/>
              </a:spcAft>
              <a:buNone/>
            </a:pPr>
            <a:r>
              <a:rPr lang="en" sz="1800"/>
              <a:t>Stream Sequence Number (SSN):</a:t>
            </a:r>
            <a:endParaRPr sz="1800"/>
          </a:p>
          <a:p>
            <a:pPr indent="0" lvl="0" marL="0" rtl="0" algn="ctr">
              <a:lnSpc>
                <a:spcPct val="100000"/>
              </a:lnSpc>
              <a:spcBef>
                <a:spcPts val="0"/>
              </a:spcBef>
              <a:spcAft>
                <a:spcPts val="0"/>
              </a:spcAft>
              <a:buClr>
                <a:srgbClr val="000000"/>
              </a:buClr>
              <a:buSzPts val="3200"/>
              <a:buFont typeface="Arial"/>
              <a:buNone/>
            </a:pPr>
            <a:r>
              <a:rPr lang="en" sz="1300"/>
              <a:t>To distinguish between different data chunks belonging to the same stream, SCTP uses SSNs.</a:t>
            </a:r>
            <a:endParaRPr sz="1300"/>
          </a:p>
          <a:p>
            <a:pPr indent="0" lvl="0" marL="0" rtl="0" algn="l">
              <a:lnSpc>
                <a:spcPct val="100000"/>
              </a:lnSpc>
              <a:spcBef>
                <a:spcPts val="0"/>
              </a:spcBef>
              <a:spcAft>
                <a:spcPts val="0"/>
              </a:spcAft>
              <a:buNone/>
            </a:pPr>
            <a:r>
              <a:t/>
            </a:r>
            <a:endParaRPr sz="1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2"/>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457200" marR="0" rtl="0" algn="l">
              <a:lnSpc>
                <a:spcPct val="100000"/>
              </a:lnSpc>
              <a:spcBef>
                <a:spcPts val="0"/>
              </a:spcBef>
              <a:spcAft>
                <a:spcPts val="0"/>
              </a:spcAft>
              <a:buNone/>
            </a:pPr>
            <a:r>
              <a:t/>
            </a:r>
            <a:endParaRPr b="1" sz="1500">
              <a:solidFill>
                <a:srgbClr val="990000"/>
              </a:solidFill>
              <a:latin typeface="Arial"/>
              <a:ea typeface="Arial"/>
              <a:cs typeface="Arial"/>
              <a:sym typeface="Arial"/>
            </a:endParaRPr>
          </a:p>
        </p:txBody>
      </p:sp>
      <p:sp>
        <p:nvSpPr>
          <p:cNvPr id="407" name="Google Shape;407;p52"/>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457200" marR="0" rtl="0" algn="l">
              <a:lnSpc>
                <a:spcPct val="100000"/>
              </a:lnSpc>
              <a:spcBef>
                <a:spcPts val="0"/>
              </a:spcBef>
              <a:spcAft>
                <a:spcPts val="0"/>
              </a:spcAft>
              <a:buNone/>
            </a:pPr>
            <a:r>
              <a:t/>
            </a:r>
            <a:endParaRPr b="1" sz="1500">
              <a:solidFill>
                <a:srgbClr val="990000"/>
              </a:solidFill>
              <a:latin typeface="Arial"/>
              <a:ea typeface="Arial"/>
              <a:cs typeface="Arial"/>
              <a:sym typeface="Arial"/>
            </a:endParaRPr>
          </a:p>
        </p:txBody>
      </p:sp>
      <p:sp>
        <p:nvSpPr>
          <p:cNvPr id="408" name="Google Shape;408;p52"/>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457200" marR="0" rtl="0" algn="l">
              <a:lnSpc>
                <a:spcPct val="100000"/>
              </a:lnSpc>
              <a:spcBef>
                <a:spcPts val="0"/>
              </a:spcBef>
              <a:spcAft>
                <a:spcPts val="0"/>
              </a:spcAft>
              <a:buNone/>
            </a:pPr>
            <a:r>
              <a:t/>
            </a:r>
            <a:endParaRPr b="1" sz="1500">
              <a:solidFill>
                <a:srgbClr val="990000"/>
              </a:solidFill>
              <a:latin typeface="Arial"/>
              <a:ea typeface="Arial"/>
              <a:cs typeface="Arial"/>
              <a:sym typeface="Arial"/>
            </a:endParaRPr>
          </a:p>
        </p:txBody>
      </p:sp>
      <p:sp>
        <p:nvSpPr>
          <p:cNvPr id="409" name="Google Shape;409;p52"/>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457200" marR="0" rtl="0" algn="l">
              <a:lnSpc>
                <a:spcPct val="100000"/>
              </a:lnSpc>
              <a:spcBef>
                <a:spcPts val="0"/>
              </a:spcBef>
              <a:spcAft>
                <a:spcPts val="0"/>
              </a:spcAft>
              <a:buNone/>
            </a:pPr>
            <a:r>
              <a:t/>
            </a:r>
            <a:endParaRPr b="1" sz="1500">
              <a:solidFill>
                <a:srgbClr val="990000"/>
              </a:solidFill>
              <a:latin typeface="Arial"/>
              <a:ea typeface="Arial"/>
              <a:cs typeface="Arial"/>
              <a:sym typeface="Arial"/>
            </a:endParaRPr>
          </a:p>
        </p:txBody>
      </p:sp>
      <p:pic>
        <p:nvPicPr>
          <p:cNvPr descr="HD wallpaper: background, white, sand, backgrounds, textured ..." id="410" name="Google Shape;410;p52"/>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411" name="Google Shape;411;p52"/>
          <p:cNvSpPr txBox="1"/>
          <p:nvPr/>
        </p:nvSpPr>
        <p:spPr>
          <a:xfrm>
            <a:off x="902175" y="55800"/>
            <a:ext cx="3931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Packets in </a:t>
            </a:r>
            <a:r>
              <a:rPr b="1" lang="en" sz="2600">
                <a:solidFill>
                  <a:srgbClr val="20124D"/>
                </a:solidFill>
                <a:latin typeface="Georgia"/>
                <a:ea typeface="Georgia"/>
                <a:cs typeface="Georgia"/>
                <a:sym typeface="Georgia"/>
              </a:rPr>
              <a:t>SCTP : </a:t>
            </a:r>
            <a:endParaRPr/>
          </a:p>
        </p:txBody>
      </p:sp>
      <p:graphicFrame>
        <p:nvGraphicFramePr>
          <p:cNvPr id="412" name="Google Shape;412;p52"/>
          <p:cNvGraphicFramePr/>
          <p:nvPr/>
        </p:nvGraphicFramePr>
        <p:xfrm>
          <a:off x="360215" y="1105015"/>
          <a:ext cx="3000000" cy="3000000"/>
        </p:xfrm>
        <a:graphic>
          <a:graphicData uri="http://schemas.openxmlformats.org/drawingml/2006/table">
            <a:tbl>
              <a:tblPr>
                <a:noFill/>
                <a:tableStyleId>{30AA3499-B20F-4A9B-9B69-CC5B99FF2520}</a:tableStyleId>
              </a:tblPr>
              <a:tblGrid>
                <a:gridCol w="3421225"/>
                <a:gridCol w="3835925"/>
              </a:tblGrid>
              <a:tr h="713500">
                <a:tc>
                  <a:txBody>
                    <a:bodyPr/>
                    <a:lstStyle/>
                    <a:p>
                      <a:pPr indent="0" lvl="0" marL="457200" marR="0" rtl="0" algn="l">
                        <a:lnSpc>
                          <a:spcPct val="100000"/>
                        </a:lnSpc>
                        <a:spcBef>
                          <a:spcPts val="0"/>
                        </a:spcBef>
                        <a:spcAft>
                          <a:spcPts val="0"/>
                        </a:spcAft>
                        <a:buNone/>
                      </a:pPr>
                      <a:r>
                        <a:rPr b="1" lang="en" sz="1500">
                          <a:solidFill>
                            <a:srgbClr val="990000"/>
                          </a:solidFill>
                        </a:rPr>
                        <a:t>Source </a:t>
                      </a:r>
                      <a:r>
                        <a:rPr b="1" lang="en" sz="1500">
                          <a:solidFill>
                            <a:srgbClr val="990000"/>
                          </a:solidFill>
                        </a:rPr>
                        <a:t>Port Address(2</a:t>
                      </a:r>
                      <a:r>
                        <a:rPr b="1" lang="en" sz="1500">
                          <a:solidFill>
                            <a:srgbClr val="990000"/>
                          </a:solidFill>
                        </a:rPr>
                        <a:t> bytes</a:t>
                      </a:r>
                      <a:r>
                        <a:rPr b="1" lang="en" sz="1500">
                          <a:solidFill>
                            <a:srgbClr val="990000"/>
                          </a:solidFill>
                        </a:rPr>
                        <a:t>)</a:t>
                      </a:r>
                      <a:endParaRPr b="1" sz="1500">
                        <a:solidFill>
                          <a:srgbClr val="990000"/>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1C232"/>
                    </a:solidFill>
                  </a:tcPr>
                </a:tc>
                <a:tc>
                  <a:txBody>
                    <a:bodyPr/>
                    <a:lstStyle/>
                    <a:p>
                      <a:pPr indent="0" lvl="0" marL="457200" marR="0" rtl="0" algn="l">
                        <a:lnSpc>
                          <a:spcPct val="100000"/>
                        </a:lnSpc>
                        <a:spcBef>
                          <a:spcPts val="0"/>
                        </a:spcBef>
                        <a:spcAft>
                          <a:spcPts val="0"/>
                        </a:spcAft>
                        <a:buNone/>
                      </a:pPr>
                      <a:r>
                        <a:rPr b="1" lang="en" sz="1500">
                          <a:solidFill>
                            <a:srgbClr val="990000"/>
                          </a:solidFill>
                        </a:rPr>
                        <a:t>Destination Port Address(2 bytes)</a:t>
                      </a:r>
                      <a:endParaRPr b="1" sz="1500">
                        <a:solidFill>
                          <a:srgbClr val="990000"/>
                        </a:solidFill>
                      </a:endParaRPr>
                    </a:p>
                  </a:txBody>
                  <a:tcPr marT="19050" marB="19050" marR="28575" marL="28575" anchor="ctr">
                    <a:lnL cap="flat" cmpd="sng" w="6350">
                      <a:solidFill>
                        <a:schemeClr val="dk2"/>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1C232"/>
                    </a:solidFill>
                  </a:tcPr>
                </a:tc>
              </a:tr>
              <a:tr h="713500">
                <a:tc gridSpan="2">
                  <a:txBody>
                    <a:bodyPr/>
                    <a:lstStyle/>
                    <a:p>
                      <a:pPr indent="0" lvl="0" marL="457200" marR="0" rtl="0" algn="ctr">
                        <a:lnSpc>
                          <a:spcPct val="100000"/>
                        </a:lnSpc>
                        <a:spcBef>
                          <a:spcPts val="0"/>
                        </a:spcBef>
                        <a:spcAft>
                          <a:spcPts val="0"/>
                        </a:spcAft>
                        <a:buNone/>
                      </a:pPr>
                      <a:r>
                        <a:rPr b="1" lang="en" sz="1500">
                          <a:solidFill>
                            <a:srgbClr val="990000"/>
                          </a:solidFill>
                        </a:rPr>
                        <a:t>Verification Tag(4 bytes)</a:t>
                      </a:r>
                      <a:endParaRPr b="1" sz="1500">
                        <a:solidFill>
                          <a:srgbClr val="990000"/>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3C78D8"/>
                    </a:solidFill>
                  </a:tcPr>
                </a:tc>
                <a:tc hMerge="1"/>
              </a:tr>
              <a:tr h="713500">
                <a:tc gridSpan="2">
                  <a:txBody>
                    <a:bodyPr/>
                    <a:lstStyle/>
                    <a:p>
                      <a:pPr indent="0" lvl="0" marL="457200" marR="0" rtl="0" algn="ctr">
                        <a:lnSpc>
                          <a:spcPct val="100000"/>
                        </a:lnSpc>
                        <a:spcBef>
                          <a:spcPts val="0"/>
                        </a:spcBef>
                        <a:spcAft>
                          <a:spcPts val="0"/>
                        </a:spcAft>
                        <a:buNone/>
                      </a:pPr>
                      <a:r>
                        <a:rPr b="1" lang="en" sz="1500">
                          <a:solidFill>
                            <a:srgbClr val="990000"/>
                          </a:solidFill>
                        </a:rPr>
                        <a:t>Checksum(4 bytes)</a:t>
                      </a:r>
                      <a:endParaRPr b="1" sz="1500">
                        <a:solidFill>
                          <a:srgbClr val="990000"/>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6AA84F"/>
                    </a:solidFill>
                  </a:tcPr>
                </a:tc>
                <a:tc hMerge="1"/>
              </a:tr>
              <a:tr h="713500">
                <a:tc gridSpan="2">
                  <a:txBody>
                    <a:bodyPr/>
                    <a:lstStyle/>
                    <a:p>
                      <a:pPr indent="0" lvl="0" marL="457200" marR="0" rtl="0" algn="ctr">
                        <a:lnSpc>
                          <a:spcPct val="100000"/>
                        </a:lnSpc>
                        <a:spcBef>
                          <a:spcPts val="0"/>
                        </a:spcBef>
                        <a:spcAft>
                          <a:spcPts val="0"/>
                        </a:spcAft>
                        <a:buNone/>
                      </a:pPr>
                      <a:r>
                        <a:rPr b="1" lang="en" sz="1500">
                          <a:solidFill>
                            <a:srgbClr val="990000"/>
                          </a:solidFill>
                        </a:rPr>
                        <a:t>Control Chunk(</a:t>
                      </a:r>
                      <a:r>
                        <a:rPr b="1" lang="en" sz="1500">
                          <a:solidFill>
                            <a:srgbClr val="990000"/>
                          </a:solidFill>
                        </a:rPr>
                        <a:t>variable</a:t>
                      </a:r>
                      <a:r>
                        <a:rPr b="1" lang="en" sz="1500">
                          <a:solidFill>
                            <a:srgbClr val="990000"/>
                          </a:solidFill>
                        </a:rPr>
                        <a:t> length)</a:t>
                      </a:r>
                      <a:endParaRPr b="1" sz="1500">
                        <a:solidFill>
                          <a:srgbClr val="990000"/>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8E7CC3"/>
                    </a:solidFill>
                  </a:tcPr>
                </a:tc>
                <a:tc hMerge="1"/>
              </a:tr>
              <a:tr h="713500">
                <a:tc gridSpan="2">
                  <a:txBody>
                    <a:bodyPr/>
                    <a:lstStyle/>
                    <a:p>
                      <a:pPr indent="0" lvl="0" marL="457200" marR="0" rtl="0" algn="ctr">
                        <a:lnSpc>
                          <a:spcPct val="100000"/>
                        </a:lnSpc>
                        <a:spcBef>
                          <a:spcPts val="0"/>
                        </a:spcBef>
                        <a:spcAft>
                          <a:spcPts val="0"/>
                        </a:spcAft>
                        <a:buNone/>
                      </a:pPr>
                      <a:r>
                        <a:rPr b="1" lang="en" sz="1500">
                          <a:solidFill>
                            <a:srgbClr val="990000"/>
                          </a:solidFill>
                        </a:rPr>
                        <a:t>Data Chunk</a:t>
                      </a:r>
                      <a:r>
                        <a:rPr b="1" lang="en" sz="1500">
                          <a:solidFill>
                            <a:srgbClr val="990000"/>
                          </a:solidFill>
                        </a:rPr>
                        <a:t>(variable length)</a:t>
                      </a:r>
                      <a:endParaRPr b="1" sz="1500">
                        <a:solidFill>
                          <a:srgbClr val="990000"/>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CCCCCC"/>
                    </a:solidFill>
                  </a:tcPr>
                </a:tc>
                <a:tc hMerge="1"/>
              </a:tr>
            </a:tbl>
          </a:graphicData>
        </a:graphic>
      </p:graphicFrame>
      <p:sp>
        <p:nvSpPr>
          <p:cNvPr id="413" name="Google Shape;413;p52"/>
          <p:cNvSpPr/>
          <p:nvPr/>
        </p:nvSpPr>
        <p:spPr>
          <a:xfrm>
            <a:off x="7691650" y="1150450"/>
            <a:ext cx="196500" cy="20370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chemeClr val="dk1"/>
              </a:solidFill>
              <a:latin typeface="Instrument Sans"/>
              <a:ea typeface="Instrument Sans"/>
              <a:cs typeface="Instrument Sans"/>
              <a:sym typeface="Instrument Sans"/>
            </a:endParaRPr>
          </a:p>
        </p:txBody>
      </p:sp>
      <p:sp>
        <p:nvSpPr>
          <p:cNvPr id="414" name="Google Shape;414;p52"/>
          <p:cNvSpPr txBox="1"/>
          <p:nvPr/>
        </p:nvSpPr>
        <p:spPr>
          <a:xfrm>
            <a:off x="7877333" y="1618925"/>
            <a:ext cx="2446500" cy="8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300">
                <a:solidFill>
                  <a:srgbClr val="6AA84F"/>
                </a:solidFill>
                <a:latin typeface="Instrument Sans"/>
                <a:ea typeface="Instrument Sans"/>
                <a:cs typeface="Instrument Sans"/>
                <a:sym typeface="Instrument Sans"/>
              </a:rPr>
              <a:t>General </a:t>
            </a:r>
            <a:endParaRPr b="1" i="1" sz="2300">
              <a:solidFill>
                <a:srgbClr val="6AA84F"/>
              </a:solidFill>
              <a:latin typeface="Instrument Sans"/>
              <a:ea typeface="Instrument Sans"/>
              <a:cs typeface="Instrument Sans"/>
              <a:sym typeface="Instrument Sans"/>
            </a:endParaRPr>
          </a:p>
          <a:p>
            <a:pPr indent="0" lvl="0" marL="0" rtl="0" algn="l">
              <a:spcBef>
                <a:spcPts val="0"/>
              </a:spcBef>
              <a:spcAft>
                <a:spcPts val="0"/>
              </a:spcAft>
              <a:buNone/>
            </a:pPr>
            <a:r>
              <a:rPr b="1" i="1" lang="en" sz="2300">
                <a:solidFill>
                  <a:srgbClr val="6AA84F"/>
                </a:solidFill>
                <a:latin typeface="Instrument Sans"/>
                <a:ea typeface="Instrument Sans"/>
                <a:cs typeface="Instrument Sans"/>
                <a:sym typeface="Instrument Sans"/>
              </a:rPr>
              <a:t>Header</a:t>
            </a:r>
            <a:endParaRPr b="1" i="1" sz="2300">
              <a:solidFill>
                <a:srgbClr val="6AA84F"/>
              </a:solidFill>
              <a:latin typeface="Instrument Sans"/>
              <a:ea typeface="Instrument Sans"/>
              <a:cs typeface="Instrument Sans"/>
              <a:sym typeface="Instrument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3"/>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0" name="Google Shape;420;p53"/>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1" name="Google Shape;421;p53"/>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422" name="Google Shape;422;p53"/>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423" name="Google Shape;423;p53"/>
          <p:cNvPicPr preferRelativeResize="0"/>
          <p:nvPr/>
        </p:nvPicPr>
        <p:blipFill>
          <a:blip r:embed="rId4">
            <a:alphaModFix/>
          </a:blip>
          <a:stretch>
            <a:fillRect/>
          </a:stretch>
        </p:blipFill>
        <p:spPr>
          <a:xfrm>
            <a:off x="0" y="-43950"/>
            <a:ext cx="9144001" cy="5232275"/>
          </a:xfrm>
          <a:prstGeom prst="rect">
            <a:avLst/>
          </a:prstGeom>
          <a:noFill/>
          <a:ln>
            <a:noFill/>
          </a:ln>
        </p:spPr>
      </p:pic>
      <p:sp>
        <p:nvSpPr>
          <p:cNvPr id="424" name="Google Shape;424;p53"/>
          <p:cNvSpPr txBox="1"/>
          <p:nvPr/>
        </p:nvSpPr>
        <p:spPr>
          <a:xfrm>
            <a:off x="228600" y="1025004"/>
            <a:ext cx="8425200" cy="3417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An SCTP packet has a mandatory general header and a set of blocks called chunks. There are two types of chunks: </a:t>
            </a:r>
            <a:r>
              <a:rPr b="1" lang="en">
                <a:solidFill>
                  <a:srgbClr val="0C343D"/>
                </a:solidFill>
              </a:rPr>
              <a:t>control chunks and data chunks.</a:t>
            </a:r>
            <a:r>
              <a:rPr lang="en"/>
              <a:t> </a:t>
            </a:r>
            <a:endParaRPr/>
          </a:p>
          <a:p>
            <a:pPr indent="0" lvl="0" marL="914400" rtl="0" algn="l">
              <a:spcBef>
                <a:spcPts val="0"/>
              </a:spcBef>
              <a:spcAft>
                <a:spcPts val="0"/>
              </a:spcAft>
              <a:buNone/>
            </a:pPr>
            <a:r>
              <a:t/>
            </a:r>
            <a:endParaRPr/>
          </a:p>
          <a:p>
            <a:pPr indent="-317500" lvl="0" marL="457200" rtl="0" algn="l">
              <a:spcBef>
                <a:spcPts val="0"/>
              </a:spcBef>
              <a:spcAft>
                <a:spcPts val="0"/>
              </a:spcAft>
              <a:buSzPts val="1400"/>
              <a:buChar char="●"/>
            </a:pPr>
            <a:r>
              <a:rPr lang="en"/>
              <a:t>The general header (packet header) defines the end points of each association to which the packet belongs, guarantees that the packet belongs to a particular association, and preserves the integrity of the contents of the packet including the header itself.</a:t>
            </a:r>
            <a:endParaRPr/>
          </a:p>
          <a:p>
            <a:pPr indent="0" lvl="0" marL="914400" rtl="0" algn="l">
              <a:spcBef>
                <a:spcPts val="0"/>
              </a:spcBef>
              <a:spcAft>
                <a:spcPts val="0"/>
              </a:spcAft>
              <a:buNone/>
            </a:pPr>
            <a:r>
              <a:t/>
            </a:r>
            <a:endParaRPr/>
          </a:p>
          <a:p>
            <a:pPr indent="-317500" lvl="0" marL="457200" rtl="0" algn="l">
              <a:spcBef>
                <a:spcPts val="0"/>
              </a:spcBef>
              <a:spcAft>
                <a:spcPts val="0"/>
              </a:spcAft>
              <a:buSzPts val="1400"/>
              <a:buChar char="●"/>
            </a:pPr>
            <a:r>
              <a:rPr b="1" lang="en">
                <a:solidFill>
                  <a:srgbClr val="351C75"/>
                </a:solidFill>
              </a:rPr>
              <a:t>Verification tag</a:t>
            </a:r>
            <a:r>
              <a:rPr lang="en"/>
              <a:t> 32 bits Checksum 32 bits packet to an association. This prevents a packet from a previo</a:t>
            </a:r>
            <a:r>
              <a:rPr lang="en"/>
              <a:t>us association from being mistaken as a packet in this association. It serves as an unique identifier for the association; it is repeated in every packet during the association. It serves as a security and integrity checker and prevents attackers from injecting </a:t>
            </a:r>
            <a:r>
              <a:rPr b="1" lang="en">
                <a:solidFill>
                  <a:srgbClr val="38761D"/>
                </a:solidFill>
              </a:rPr>
              <a:t>"stale</a:t>
            </a:r>
            <a:r>
              <a:rPr lang="en"/>
              <a:t>" packets from old or spoofed </a:t>
            </a:r>
            <a:r>
              <a:rPr lang="en"/>
              <a:t>connections</a:t>
            </a:r>
            <a:r>
              <a:rPr lang="en"/>
              <a:t>.</a:t>
            </a:r>
            <a:endParaRPr/>
          </a:p>
          <a:p>
            <a:pPr indent="0" lvl="0" marL="914400" rtl="0" algn="l">
              <a:spcBef>
                <a:spcPts val="0"/>
              </a:spcBef>
              <a:spcAft>
                <a:spcPts val="0"/>
              </a:spcAft>
              <a:buNone/>
            </a:pPr>
            <a:r>
              <a:t/>
            </a:r>
            <a:endParaRPr/>
          </a:p>
          <a:p>
            <a:pPr indent="-317500" lvl="0" marL="457200" rtl="0" algn="l">
              <a:spcBef>
                <a:spcPts val="0"/>
              </a:spcBef>
              <a:spcAft>
                <a:spcPts val="0"/>
              </a:spcAft>
              <a:buSzPts val="1400"/>
              <a:buChar char="●"/>
            </a:pPr>
            <a:r>
              <a:rPr lang="en"/>
              <a:t>The next field is a checksum. However, the size of the checksum is increased from 16 bits (in UDP, TCP, and IP) to 32 bits in SCTP to allow the use of the</a:t>
            </a:r>
            <a:r>
              <a:rPr b="1" lang="en">
                <a:solidFill>
                  <a:srgbClr val="BF9000"/>
                </a:solidFill>
              </a:rPr>
              <a:t> CRC-32 checksum.</a:t>
            </a:r>
            <a:r>
              <a:rPr lang="en"/>
              <a:t>   </a:t>
            </a:r>
            <a:endParaRPr/>
          </a:p>
        </p:txBody>
      </p:sp>
      <p:sp>
        <p:nvSpPr>
          <p:cNvPr id="425" name="Google Shape;425;p53"/>
          <p:cNvSpPr txBox="1"/>
          <p:nvPr/>
        </p:nvSpPr>
        <p:spPr>
          <a:xfrm>
            <a:off x="902175" y="55800"/>
            <a:ext cx="3931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Packets in SCTP :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4"/>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1" name="Google Shape;431;p54"/>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2" name="Google Shape;432;p54"/>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433" name="Google Shape;433;p54"/>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434" name="Google Shape;434;p54"/>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435" name="Google Shape;435;p54"/>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fld id="{00000000-1234-1234-1234-123412341234}" type="slidenum">
              <a:rPr lang="en" sz="2400">
                <a:solidFill>
                  <a:srgbClr val="000000"/>
                </a:solidFill>
                <a:latin typeface="Times New Roman"/>
                <a:ea typeface="Times New Roman"/>
                <a:cs typeface="Times New Roman"/>
                <a:sym typeface="Times New Roman"/>
              </a:rPr>
              <a:t>‹#›</a:t>
            </a:fld>
            <a:endParaRPr b="1" sz="2000">
              <a:solidFill>
                <a:srgbClr val="1C1C1C"/>
              </a:solidFill>
            </a:endParaRPr>
          </a:p>
        </p:txBody>
      </p:sp>
      <p:cxnSp>
        <p:nvCxnSpPr>
          <p:cNvPr id="436" name="Google Shape;436;p54"/>
          <p:cNvCxnSpPr/>
          <p:nvPr/>
        </p:nvCxnSpPr>
        <p:spPr>
          <a:xfrm>
            <a:off x="152400" y="152400"/>
            <a:ext cx="8763000" cy="0"/>
          </a:xfrm>
          <a:prstGeom prst="straightConnector1">
            <a:avLst/>
          </a:prstGeom>
          <a:noFill/>
          <a:ln cap="flat" cmpd="sng" w="76200">
            <a:solidFill>
              <a:srgbClr val="FF0000"/>
            </a:solidFill>
            <a:prstDash val="solid"/>
            <a:miter lim="800000"/>
            <a:headEnd len="med" w="med" type="none"/>
            <a:tailEnd len="med" w="med" type="none"/>
          </a:ln>
        </p:spPr>
      </p:cxnSp>
      <p:cxnSp>
        <p:nvCxnSpPr>
          <p:cNvPr id="437" name="Google Shape;437;p54"/>
          <p:cNvCxnSpPr/>
          <p:nvPr/>
        </p:nvCxnSpPr>
        <p:spPr>
          <a:xfrm>
            <a:off x="152400" y="990600"/>
            <a:ext cx="8763000" cy="0"/>
          </a:xfrm>
          <a:prstGeom prst="straightConnector1">
            <a:avLst/>
          </a:prstGeom>
          <a:noFill/>
          <a:ln cap="flat" cmpd="sng" w="19050">
            <a:solidFill>
              <a:srgbClr val="FF0000"/>
            </a:solidFill>
            <a:prstDash val="solid"/>
            <a:miter lim="800000"/>
            <a:headEnd len="med" w="med" type="none"/>
            <a:tailEnd len="med" w="med" type="none"/>
          </a:ln>
        </p:spPr>
      </p:cxnSp>
      <p:sp>
        <p:nvSpPr>
          <p:cNvPr id="438" name="Google Shape;438;p54"/>
          <p:cNvSpPr txBox="1"/>
          <p:nvPr/>
        </p:nvSpPr>
        <p:spPr>
          <a:xfrm>
            <a:off x="304800" y="381000"/>
            <a:ext cx="5456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2400"/>
              <a:buFont typeface="Times New Roman"/>
              <a:buNone/>
            </a:pPr>
            <a:r>
              <a:rPr b="1" lang="en" sz="2400">
                <a:solidFill>
                  <a:srgbClr val="3333CC"/>
                </a:solidFill>
                <a:latin typeface="Times New Roman"/>
                <a:ea typeface="Times New Roman"/>
                <a:cs typeface="Times New Roman"/>
                <a:sym typeface="Times New Roman"/>
              </a:rPr>
              <a:t>Fig:</a:t>
            </a:r>
            <a:r>
              <a:rPr b="1" i="0" lang="en" sz="2400" u="none">
                <a:solidFill>
                  <a:srgbClr val="3333CC"/>
                </a:solidFill>
                <a:latin typeface="Times New Roman"/>
                <a:ea typeface="Times New Roman"/>
                <a:cs typeface="Times New Roman"/>
                <a:sym typeface="Times New Roman"/>
              </a:rPr>
              <a:t> </a:t>
            </a:r>
            <a:r>
              <a:rPr b="1" i="1" lang="en" sz="2000" u="none">
                <a:solidFill>
                  <a:srgbClr val="000000"/>
                </a:solidFill>
                <a:latin typeface="Times New Roman"/>
                <a:ea typeface="Times New Roman"/>
                <a:cs typeface="Times New Roman"/>
                <a:sym typeface="Times New Roman"/>
              </a:rPr>
              <a:t>Packet, data chunks, and streams</a:t>
            </a:r>
            <a:endParaRPr/>
          </a:p>
        </p:txBody>
      </p:sp>
      <p:cxnSp>
        <p:nvCxnSpPr>
          <p:cNvPr id="439" name="Google Shape;439;p54"/>
          <p:cNvCxnSpPr/>
          <p:nvPr/>
        </p:nvCxnSpPr>
        <p:spPr>
          <a:xfrm>
            <a:off x="152400" y="6248400"/>
            <a:ext cx="8763000" cy="0"/>
          </a:xfrm>
          <a:prstGeom prst="straightConnector1">
            <a:avLst/>
          </a:prstGeom>
          <a:noFill/>
          <a:ln cap="flat" cmpd="sng" w="76200">
            <a:solidFill>
              <a:srgbClr val="FF0000"/>
            </a:solidFill>
            <a:prstDash val="solid"/>
            <a:miter lim="800000"/>
            <a:headEnd len="med" w="med" type="none"/>
            <a:tailEnd len="med" w="med" type="none"/>
          </a:ln>
        </p:spPr>
      </p:cxnSp>
      <p:pic>
        <p:nvPicPr>
          <p:cNvPr id="440" name="Google Shape;440;p54"/>
          <p:cNvPicPr preferRelativeResize="0"/>
          <p:nvPr/>
        </p:nvPicPr>
        <p:blipFill rotWithShape="1">
          <a:blip r:embed="rId4">
            <a:alphaModFix/>
          </a:blip>
          <a:srcRect b="0" l="0" r="0" t="0"/>
          <a:stretch/>
        </p:blipFill>
        <p:spPr>
          <a:xfrm>
            <a:off x="173025" y="1480001"/>
            <a:ext cx="8894776" cy="3216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5"/>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6" name="Google Shape;446;p55"/>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7" name="Google Shape;447;p55"/>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448" name="Google Shape;448;p55"/>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449" name="Google Shape;449;p55"/>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450" name="Google Shape;450;p55"/>
          <p:cNvSpPr txBox="1"/>
          <p:nvPr/>
        </p:nvSpPr>
        <p:spPr>
          <a:xfrm>
            <a:off x="228600" y="987975"/>
            <a:ext cx="8099100" cy="2339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Control information or user data are carried in chunks.</a:t>
            </a:r>
            <a:endParaRPr/>
          </a:p>
          <a:p>
            <a:pPr indent="-317500" lvl="0" marL="457200" rtl="0" algn="l">
              <a:spcBef>
                <a:spcPts val="0"/>
              </a:spcBef>
              <a:spcAft>
                <a:spcPts val="0"/>
              </a:spcAft>
              <a:buSzPts val="1400"/>
              <a:buChar char="●"/>
            </a:pPr>
            <a:r>
              <a:rPr lang="en"/>
              <a:t>The information field depends on the type of chunk. The type field can define up to 256 types of chunks. </a:t>
            </a:r>
            <a:endParaRPr/>
          </a:p>
          <a:p>
            <a:pPr indent="-317500" lvl="0" marL="457200" rtl="0" algn="l">
              <a:spcBef>
                <a:spcPts val="0"/>
              </a:spcBef>
              <a:spcAft>
                <a:spcPts val="0"/>
              </a:spcAft>
              <a:buSzPts val="1400"/>
              <a:buChar char="●"/>
            </a:pPr>
            <a:r>
              <a:rPr lang="en"/>
              <a:t>The flag field defines special flags that a particular chunk may need. Each bit has a different meaning depending on the type of chunk.</a:t>
            </a:r>
            <a:endParaRPr/>
          </a:p>
          <a:p>
            <a:pPr indent="-317500" lvl="0" marL="457200" rtl="0" algn="l">
              <a:spcBef>
                <a:spcPts val="0"/>
              </a:spcBef>
              <a:spcAft>
                <a:spcPts val="0"/>
              </a:spcAft>
              <a:buSzPts val="1400"/>
              <a:buChar char="●"/>
            </a:pPr>
            <a:r>
              <a:rPr lang="en"/>
              <a:t> The length field defines the total size of the chunk, in bytes, including the type, flag, and length fields.</a:t>
            </a:r>
            <a:endParaRPr/>
          </a:p>
          <a:p>
            <a:pPr indent="-317500" lvl="0" marL="457200" rtl="0" algn="l">
              <a:spcBef>
                <a:spcPts val="0"/>
              </a:spcBef>
              <a:spcAft>
                <a:spcPts val="0"/>
              </a:spcAft>
              <a:buSzPts val="1400"/>
              <a:buChar char="●"/>
            </a:pPr>
            <a:r>
              <a:rPr lang="en"/>
              <a:t>The size of the information section is dependent on the type of chunk, we need to define the chunk boundaries. If a chunk carries no information, the value of the length field is  (4 bytes). This helps the receiver find out how many useful bytes a chunk carries. </a:t>
            </a:r>
            <a:endParaRPr/>
          </a:p>
        </p:txBody>
      </p:sp>
      <p:sp>
        <p:nvSpPr>
          <p:cNvPr id="451" name="Google Shape;451;p55"/>
          <p:cNvSpPr txBox="1"/>
          <p:nvPr/>
        </p:nvSpPr>
        <p:spPr>
          <a:xfrm>
            <a:off x="902175" y="55800"/>
            <a:ext cx="3931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Chunks in SCTP : </a:t>
            </a:r>
            <a:endParaRPr/>
          </a:p>
        </p:txBody>
      </p:sp>
      <p:pic>
        <p:nvPicPr>
          <p:cNvPr id="452" name="Google Shape;452;p55"/>
          <p:cNvPicPr preferRelativeResize="0"/>
          <p:nvPr/>
        </p:nvPicPr>
        <p:blipFill>
          <a:blip r:embed="rId4">
            <a:alphaModFix/>
          </a:blip>
          <a:stretch>
            <a:fillRect/>
          </a:stretch>
        </p:blipFill>
        <p:spPr>
          <a:xfrm>
            <a:off x="1438875" y="3604186"/>
            <a:ext cx="6266276" cy="1435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6"/>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8" name="Google Shape;458;p56"/>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9" name="Google Shape;459;p56"/>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460" name="Google Shape;460;p56"/>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461" name="Google Shape;461;p56"/>
          <p:cNvPicPr preferRelativeResize="0"/>
          <p:nvPr/>
        </p:nvPicPr>
        <p:blipFill>
          <a:blip r:embed="rId3">
            <a:alphaModFix/>
          </a:blip>
          <a:stretch>
            <a:fillRect/>
          </a:stretch>
        </p:blipFill>
        <p:spPr>
          <a:xfrm>
            <a:off x="0" y="-43950"/>
            <a:ext cx="9144001" cy="5232275"/>
          </a:xfrm>
          <a:prstGeom prst="rect">
            <a:avLst/>
          </a:prstGeom>
          <a:noFill/>
          <a:ln>
            <a:noFill/>
          </a:ln>
        </p:spPr>
      </p:pic>
      <p:pic>
        <p:nvPicPr>
          <p:cNvPr id="462" name="Google Shape;462;p56"/>
          <p:cNvPicPr preferRelativeResize="0"/>
          <p:nvPr/>
        </p:nvPicPr>
        <p:blipFill rotWithShape="1">
          <a:blip r:embed="rId4">
            <a:alphaModFix/>
          </a:blip>
          <a:srcRect b="0" l="0" r="0" t="0"/>
          <a:stretch/>
        </p:blipFill>
        <p:spPr>
          <a:xfrm>
            <a:off x="1289625" y="865774"/>
            <a:ext cx="6564751" cy="4129175"/>
          </a:xfrm>
          <a:prstGeom prst="rect">
            <a:avLst/>
          </a:prstGeom>
          <a:noFill/>
          <a:ln>
            <a:noFill/>
          </a:ln>
        </p:spPr>
      </p:pic>
      <p:sp>
        <p:nvSpPr>
          <p:cNvPr id="463" name="Google Shape;463;p56"/>
          <p:cNvSpPr txBox="1"/>
          <p:nvPr/>
        </p:nvSpPr>
        <p:spPr>
          <a:xfrm>
            <a:off x="902175" y="55800"/>
            <a:ext cx="5364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Various types of chunk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7"/>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9" name="Google Shape;469;p57"/>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0" name="Google Shape;470;p57"/>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471" name="Google Shape;471;p57"/>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472" name="Google Shape;472;p57"/>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473" name="Google Shape;473;p57"/>
          <p:cNvSpPr txBox="1"/>
          <p:nvPr/>
        </p:nvSpPr>
        <p:spPr>
          <a:xfrm>
            <a:off x="902175" y="55800"/>
            <a:ext cx="5364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SCTP Association:</a:t>
            </a:r>
            <a:endParaRPr/>
          </a:p>
        </p:txBody>
      </p:sp>
      <p:pic>
        <p:nvPicPr>
          <p:cNvPr id="474" name="Google Shape;474;p57"/>
          <p:cNvPicPr preferRelativeResize="0"/>
          <p:nvPr/>
        </p:nvPicPr>
        <p:blipFill rotWithShape="1">
          <a:blip r:embed="rId4">
            <a:alphaModFix/>
          </a:blip>
          <a:srcRect b="0" l="0" r="0" t="0"/>
          <a:stretch/>
        </p:blipFill>
        <p:spPr>
          <a:xfrm>
            <a:off x="3683825" y="1010975"/>
            <a:ext cx="5239923" cy="3912326"/>
          </a:xfrm>
          <a:prstGeom prst="rect">
            <a:avLst/>
          </a:prstGeom>
          <a:noFill/>
          <a:ln>
            <a:noFill/>
          </a:ln>
        </p:spPr>
      </p:pic>
      <p:sp>
        <p:nvSpPr>
          <p:cNvPr id="475" name="Google Shape;475;p57"/>
          <p:cNvSpPr txBox="1"/>
          <p:nvPr/>
        </p:nvSpPr>
        <p:spPr>
          <a:xfrm>
            <a:off x="228600" y="911850"/>
            <a:ext cx="3271800" cy="41097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b="1" lang="en" sz="1500"/>
              <a:t>Association establishment </a:t>
            </a:r>
            <a:r>
              <a:rPr b="1" lang="en" sz="1500"/>
              <a:t>in SCTP requires a </a:t>
            </a:r>
            <a:r>
              <a:rPr b="1" lang="en" sz="1500">
                <a:solidFill>
                  <a:srgbClr val="38761D"/>
                </a:solidFill>
              </a:rPr>
              <a:t>four-way handshake. </a:t>
            </a:r>
            <a:endParaRPr b="1" sz="1500">
              <a:solidFill>
                <a:srgbClr val="38761D"/>
              </a:solidFill>
            </a:endParaRPr>
          </a:p>
          <a:p>
            <a:pPr indent="-323850" lvl="0" marL="457200" rtl="0" algn="l">
              <a:spcBef>
                <a:spcPts val="0"/>
              </a:spcBef>
              <a:spcAft>
                <a:spcPts val="0"/>
              </a:spcAft>
              <a:buSzPts val="1500"/>
              <a:buChar char="●"/>
            </a:pPr>
            <a:r>
              <a:rPr b="1" lang="en" sz="1500"/>
              <a:t>In this procedure, a process, normally a client, wants to establish an association with another process, normally a server, using SCTP as the transport-layer protocol. </a:t>
            </a:r>
            <a:endParaRPr b="1" sz="1500"/>
          </a:p>
          <a:p>
            <a:pPr indent="-323850" lvl="0" marL="457200" rtl="0" algn="l">
              <a:spcBef>
                <a:spcPts val="0"/>
              </a:spcBef>
              <a:spcAft>
                <a:spcPts val="0"/>
              </a:spcAft>
              <a:buSzPts val="1500"/>
              <a:buChar char="●"/>
            </a:pPr>
            <a:r>
              <a:rPr b="1" lang="en" sz="1500"/>
              <a:t>Similar to TCP, the SCTP server needs to be prepared to receive any association (passive open). Association establishment, however, is initiated by the client (active open). </a:t>
            </a:r>
            <a:endParaRPr b="1" sz="1500"/>
          </a:p>
        </p:txBody>
      </p:sp>
      <p:sp>
        <p:nvSpPr>
          <p:cNvPr id="476" name="Google Shape;476;p57"/>
          <p:cNvSpPr txBox="1"/>
          <p:nvPr/>
        </p:nvSpPr>
        <p:spPr>
          <a:xfrm>
            <a:off x="-2927750" y="1313225"/>
            <a:ext cx="30000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the server generates and includes a </a:t>
            </a:r>
            <a:r>
              <a:rPr b="1" lang="en" sz="1100"/>
              <a:t>cookie</a:t>
            </a:r>
            <a:r>
              <a:rPr lang="en" sz="1100"/>
              <a:t>. This cookie is a stateful piece of information that encapsulates the server's current state and is sent back to the client. The server does not store the state of the new connection until it receives this cookie back, which helps protect against denial-of-service (DoS) attacks.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pic>
        <p:nvPicPr>
          <p:cNvPr descr="HD wallpaper: background, white, sand, backgrounds, textured ..." id="481" name="Google Shape;481;p58"/>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482" name="Google Shape;482;p58"/>
          <p:cNvSpPr txBox="1"/>
          <p:nvPr/>
        </p:nvSpPr>
        <p:spPr>
          <a:xfrm>
            <a:off x="126300" y="757648"/>
            <a:ext cx="8065500" cy="428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600"/>
              <a:t>Step 1: Client Initiates (INIT Chunk)</a:t>
            </a:r>
            <a:endParaRPr b="1" sz="1600"/>
          </a:p>
          <a:p>
            <a:pPr indent="0" lvl="0" marL="0" rtl="0" algn="l">
              <a:lnSpc>
                <a:spcPct val="115000"/>
              </a:lnSpc>
              <a:spcBef>
                <a:spcPts val="1200"/>
              </a:spcBef>
              <a:spcAft>
                <a:spcPts val="0"/>
              </a:spcAft>
              <a:buNone/>
            </a:pPr>
            <a:r>
              <a:rPr lang="en" sz="1200"/>
              <a:t>The client, which wants to start the association, sends an </a:t>
            </a:r>
            <a:r>
              <a:rPr b="1" lang="en" sz="1200"/>
              <a:t>INIT chunk</a:t>
            </a:r>
            <a:r>
              <a:rPr lang="en" sz="1200"/>
              <a:t> to the server. Which contains:</a:t>
            </a:r>
            <a:endParaRPr sz="1200"/>
          </a:p>
          <a:p>
            <a:pPr indent="-304800" lvl="0" marL="457200" rtl="0" algn="l">
              <a:lnSpc>
                <a:spcPct val="115000"/>
              </a:lnSpc>
              <a:spcBef>
                <a:spcPts val="1200"/>
              </a:spcBef>
              <a:spcAft>
                <a:spcPts val="0"/>
              </a:spcAft>
              <a:buSzPts val="1200"/>
              <a:buChar char="●"/>
            </a:pPr>
            <a:r>
              <a:rPr lang="en" sz="1200"/>
              <a:t>Its list of IP addresses (for multihoming).</a:t>
            </a:r>
            <a:endParaRPr sz="1200"/>
          </a:p>
          <a:p>
            <a:pPr indent="-304800" lvl="0" marL="457200" rtl="0" algn="l">
              <a:lnSpc>
                <a:spcPct val="115000"/>
              </a:lnSpc>
              <a:spcBef>
                <a:spcPts val="0"/>
              </a:spcBef>
              <a:spcAft>
                <a:spcPts val="0"/>
              </a:spcAft>
              <a:buSzPts val="1200"/>
              <a:buChar char="●"/>
            </a:pPr>
            <a:r>
              <a:rPr lang="en" sz="1200"/>
              <a:t>A </a:t>
            </a:r>
            <a:r>
              <a:rPr b="1" lang="en" sz="1200"/>
              <a:t>verification tag</a:t>
            </a:r>
            <a:r>
              <a:rPr lang="en" sz="1200"/>
              <a:t> (a random value to identify all subsequent packets from the client).</a:t>
            </a:r>
            <a:endParaRPr sz="1200"/>
          </a:p>
          <a:p>
            <a:pPr indent="-304800" lvl="0" marL="457200" rtl="0" algn="l">
              <a:lnSpc>
                <a:spcPct val="115000"/>
              </a:lnSpc>
              <a:spcBef>
                <a:spcPts val="0"/>
              </a:spcBef>
              <a:spcAft>
                <a:spcPts val="0"/>
              </a:spcAft>
              <a:buSzPts val="1200"/>
              <a:buChar char="●"/>
            </a:pPr>
            <a:r>
              <a:rPr lang="en" sz="1200"/>
              <a:t>The initial transmit sequence number.</a:t>
            </a:r>
            <a:endParaRPr sz="1200"/>
          </a:p>
          <a:p>
            <a:pPr indent="-304800" lvl="0" marL="457200" rtl="0" algn="l">
              <a:lnSpc>
                <a:spcPct val="115000"/>
              </a:lnSpc>
              <a:spcBef>
                <a:spcPts val="0"/>
              </a:spcBef>
              <a:spcAft>
                <a:spcPts val="0"/>
              </a:spcAft>
              <a:buSzPts val="1200"/>
              <a:buChar char="●"/>
            </a:pPr>
            <a:r>
              <a:rPr lang="en" sz="1200"/>
              <a:t>The number of streams the client wants to use.</a:t>
            </a:r>
            <a:endParaRPr sz="1200"/>
          </a:p>
          <a:p>
            <a:pPr indent="0" lvl="0" marL="0" rtl="0" algn="l">
              <a:lnSpc>
                <a:spcPct val="115000"/>
              </a:lnSpc>
              <a:spcBef>
                <a:spcPts val="1400"/>
              </a:spcBef>
              <a:spcAft>
                <a:spcPts val="0"/>
              </a:spcAft>
              <a:buNone/>
            </a:pPr>
            <a:r>
              <a:rPr b="1" lang="en" sz="1600"/>
              <a:t>Step 2: Server Responds with a Cookie (INIT-ACK Chunk)</a:t>
            </a:r>
            <a:endParaRPr b="1" sz="1600"/>
          </a:p>
          <a:p>
            <a:pPr indent="457200" lvl="0" marL="0" rtl="0" algn="l">
              <a:lnSpc>
                <a:spcPct val="115000"/>
              </a:lnSpc>
              <a:spcBef>
                <a:spcPts val="1200"/>
              </a:spcBef>
              <a:spcAft>
                <a:spcPts val="0"/>
              </a:spcAft>
              <a:buNone/>
            </a:pPr>
            <a:r>
              <a:rPr lang="en" sz="1200"/>
              <a:t>Upon receiving the INIT chunk, the server does </a:t>
            </a:r>
            <a:r>
              <a:rPr b="1" lang="en" sz="1200"/>
              <a:t>not</a:t>
            </a:r>
            <a:r>
              <a:rPr lang="en" sz="1200"/>
              <a:t> immediately allocate resources. Instead, it generates a unique, cryptographically signed </a:t>
            </a:r>
            <a:r>
              <a:rPr b="1" lang="en" sz="1200"/>
              <a:t>state cookie</a:t>
            </a:r>
            <a:r>
              <a:rPr lang="en" sz="1200"/>
              <a:t> that contains all the information it needs to establish the association later, as well as a timestamp and a Message Authentication Code (MAC). The server sends this cookie back to the client inside an </a:t>
            </a:r>
            <a:r>
              <a:rPr b="1" lang="en" sz="1200"/>
              <a:t>INIT-ACK chunk</a:t>
            </a:r>
            <a:r>
              <a:rPr lang="en" sz="1200"/>
              <a:t>.</a:t>
            </a:r>
            <a:endParaRPr sz="1200"/>
          </a:p>
          <a:p>
            <a:pPr indent="-304800" lvl="0" marL="457200" rtl="0" algn="l">
              <a:lnSpc>
                <a:spcPct val="115000"/>
              </a:lnSpc>
              <a:spcBef>
                <a:spcPts val="1200"/>
              </a:spcBef>
              <a:spcAft>
                <a:spcPts val="0"/>
              </a:spcAft>
              <a:buSzPts val="1200"/>
              <a:buChar char="●"/>
            </a:pPr>
            <a:r>
              <a:rPr lang="en" sz="1200"/>
              <a:t>This chunk also includes the server's own list of IP addresses, a verification tag,</a:t>
            </a:r>
            <a:r>
              <a:rPr b="1" lang="en" sz="1100"/>
              <a:t> Server’s Advertised Window (rwnd)</a:t>
            </a:r>
            <a:r>
              <a:rPr lang="en" sz="1200"/>
              <a:t> and its initial transmit sequence number</a:t>
            </a:r>
            <a:endParaRPr sz="1200"/>
          </a:p>
          <a:p>
            <a:pPr indent="-304800" lvl="0" marL="457200" rtl="0" algn="l">
              <a:lnSpc>
                <a:spcPct val="115000"/>
              </a:lnSpc>
              <a:spcBef>
                <a:spcPts val="0"/>
              </a:spcBef>
              <a:spcAft>
                <a:spcPts val="0"/>
              </a:spcAft>
              <a:buSzPts val="1200"/>
              <a:buChar char="●"/>
            </a:pPr>
            <a:r>
              <a:rPr lang="en" sz="1200"/>
              <a:t>Since the server doesn't allocate resources yet, it is protected from SYN flooding attacks where a malicious actor could overload a server with connection requests.</a:t>
            </a:r>
            <a:endParaRPr sz="1200"/>
          </a:p>
        </p:txBody>
      </p:sp>
      <p:sp>
        <p:nvSpPr>
          <p:cNvPr id="483" name="Google Shape;483;p58"/>
          <p:cNvSpPr txBox="1"/>
          <p:nvPr/>
        </p:nvSpPr>
        <p:spPr>
          <a:xfrm>
            <a:off x="902175" y="55800"/>
            <a:ext cx="5364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Four-way Handshaking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pic>
        <p:nvPicPr>
          <p:cNvPr descr="HD wallpaper: background, white, sand, backgrounds, textured ..." id="488" name="Google Shape;488;p59"/>
          <p:cNvPicPr preferRelativeResize="0"/>
          <p:nvPr/>
        </p:nvPicPr>
        <p:blipFill>
          <a:blip r:embed="rId3">
            <a:alphaModFix/>
          </a:blip>
          <a:stretch>
            <a:fillRect/>
          </a:stretch>
        </p:blipFill>
        <p:spPr>
          <a:xfrm>
            <a:off x="0" y="-88775"/>
            <a:ext cx="9144001" cy="5232275"/>
          </a:xfrm>
          <a:prstGeom prst="rect">
            <a:avLst/>
          </a:prstGeom>
          <a:noFill/>
          <a:ln>
            <a:noFill/>
          </a:ln>
        </p:spPr>
      </p:pic>
      <p:sp>
        <p:nvSpPr>
          <p:cNvPr id="489" name="Google Shape;489;p59"/>
          <p:cNvSpPr txBox="1"/>
          <p:nvPr/>
        </p:nvSpPr>
        <p:spPr>
          <a:xfrm>
            <a:off x="50475" y="640800"/>
            <a:ext cx="8065500" cy="365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t/>
            </a:r>
            <a:endParaRPr sz="1200"/>
          </a:p>
          <a:p>
            <a:pPr indent="0" lvl="0" marL="0" rtl="0" algn="l">
              <a:lnSpc>
                <a:spcPct val="115000"/>
              </a:lnSpc>
              <a:spcBef>
                <a:spcPts val="1400"/>
              </a:spcBef>
              <a:spcAft>
                <a:spcPts val="0"/>
              </a:spcAft>
              <a:buNone/>
            </a:pPr>
            <a:r>
              <a:rPr b="1" lang="en" sz="1600"/>
              <a:t>Step 3: Client Echoes the Cookie (COOKIE-ECHO Chunk)</a:t>
            </a:r>
            <a:endParaRPr b="1" sz="1600"/>
          </a:p>
          <a:p>
            <a:pPr indent="457200" lvl="0" marL="0" rtl="0" algn="l">
              <a:lnSpc>
                <a:spcPct val="115000"/>
              </a:lnSpc>
              <a:spcBef>
                <a:spcPts val="1200"/>
              </a:spcBef>
              <a:spcAft>
                <a:spcPts val="0"/>
              </a:spcAft>
              <a:buNone/>
            </a:pPr>
            <a:r>
              <a:rPr lang="en" sz="1200"/>
              <a:t>The client receives the INIT-ACK and sends the server's state cookie back, untouched, inside a </a:t>
            </a:r>
            <a:r>
              <a:rPr b="1" lang="en" sz="1200"/>
              <a:t>COOKIE-ECHO chunk</a:t>
            </a:r>
            <a:r>
              <a:rPr lang="en" sz="1200"/>
              <a:t>. This acts as proof that the client received the server's response. The client can also begin sending user data within this chunk.</a:t>
            </a:r>
            <a:endParaRPr sz="1200"/>
          </a:p>
          <a:p>
            <a:pPr indent="0" lvl="0" marL="0" rtl="0" algn="l">
              <a:lnSpc>
                <a:spcPct val="115000"/>
              </a:lnSpc>
              <a:spcBef>
                <a:spcPts val="1400"/>
              </a:spcBef>
              <a:spcAft>
                <a:spcPts val="0"/>
              </a:spcAft>
              <a:buNone/>
            </a:pPr>
            <a:r>
              <a:rPr b="1" lang="en" sz="1500"/>
              <a:t>Step 4: Server Confirms and Establishes (COOKIE-ACK Chunk)</a:t>
            </a:r>
            <a:endParaRPr b="1" sz="1500"/>
          </a:p>
          <a:p>
            <a:pPr indent="457200" lvl="0" marL="0" rtl="0" algn="l">
              <a:lnSpc>
                <a:spcPct val="115000"/>
              </a:lnSpc>
              <a:spcBef>
                <a:spcPts val="1200"/>
              </a:spcBef>
              <a:spcAft>
                <a:spcPts val="0"/>
              </a:spcAft>
              <a:buNone/>
            </a:pPr>
            <a:r>
              <a:rPr lang="en" sz="1200"/>
              <a:t>The server receives the COOKIE-ECHO chunk. It then </a:t>
            </a:r>
            <a:r>
              <a:rPr b="1" lang="en" sz="1200"/>
              <a:t>verifies the integrity and authenticity of the cookie</a:t>
            </a:r>
            <a:r>
              <a:rPr lang="en" sz="1200"/>
              <a:t> using its secret key and the timestamp. If the cookie is valid, the server finally allocates the necessary resources for the association, sends a </a:t>
            </a:r>
            <a:r>
              <a:rPr b="1" lang="en" sz="1200"/>
              <a:t>COOKIE-ACK chunk</a:t>
            </a:r>
            <a:r>
              <a:rPr lang="en" sz="1200"/>
              <a:t> to the client, and moves the association into the </a:t>
            </a:r>
            <a:r>
              <a:rPr b="1" lang="en" sz="1200"/>
              <a:t>ESTABLISHED</a:t>
            </a:r>
            <a:r>
              <a:rPr lang="en" sz="1200"/>
              <a:t> state.</a:t>
            </a:r>
            <a:endParaRPr sz="1200"/>
          </a:p>
          <a:p>
            <a:pPr indent="-304800" lvl="0" marL="457200" rtl="0" algn="l">
              <a:lnSpc>
                <a:spcPct val="115000"/>
              </a:lnSpc>
              <a:spcBef>
                <a:spcPts val="1200"/>
              </a:spcBef>
              <a:spcAft>
                <a:spcPts val="0"/>
              </a:spcAft>
              <a:buSzPts val="1200"/>
              <a:buChar char="●"/>
            </a:pPr>
            <a:r>
              <a:rPr lang="en" sz="1200"/>
              <a:t>This last message confirms that the association is officially ready for full data transfer. The COOKIE-ACK can also carry user data.</a:t>
            </a:r>
            <a:endParaRPr sz="1200"/>
          </a:p>
        </p:txBody>
      </p:sp>
      <p:sp>
        <p:nvSpPr>
          <p:cNvPr id="490" name="Google Shape;490;p59"/>
          <p:cNvSpPr txBox="1"/>
          <p:nvPr/>
        </p:nvSpPr>
        <p:spPr>
          <a:xfrm>
            <a:off x="902175" y="55800"/>
            <a:ext cx="5364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Four-way Handshaking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0"/>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6" name="Google Shape;496;p60"/>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7" name="Google Shape;497;p60"/>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498" name="Google Shape;498;p60"/>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499" name="Google Shape;499;p60"/>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500" name="Google Shape;500;p60"/>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fld id="{00000000-1234-1234-1234-123412341234}" type="slidenum">
              <a:rPr lang="en" sz="2400">
                <a:solidFill>
                  <a:srgbClr val="000000"/>
                </a:solidFill>
                <a:latin typeface="Times New Roman"/>
                <a:ea typeface="Times New Roman"/>
                <a:cs typeface="Times New Roman"/>
                <a:sym typeface="Times New Roman"/>
              </a:rPr>
              <a:t>‹#›</a:t>
            </a:fld>
            <a:endParaRPr b="1" sz="2000">
              <a:solidFill>
                <a:srgbClr val="1C1C1C"/>
              </a:solidFill>
            </a:endParaRPr>
          </a:p>
        </p:txBody>
      </p:sp>
      <p:cxnSp>
        <p:nvCxnSpPr>
          <p:cNvPr id="501" name="Google Shape;501;p60"/>
          <p:cNvCxnSpPr/>
          <p:nvPr/>
        </p:nvCxnSpPr>
        <p:spPr>
          <a:xfrm>
            <a:off x="152400" y="152400"/>
            <a:ext cx="8763000" cy="0"/>
          </a:xfrm>
          <a:prstGeom prst="straightConnector1">
            <a:avLst/>
          </a:prstGeom>
          <a:noFill/>
          <a:ln cap="flat" cmpd="sng" w="76200">
            <a:solidFill>
              <a:srgbClr val="FF0000"/>
            </a:solidFill>
            <a:prstDash val="solid"/>
            <a:miter lim="800000"/>
            <a:headEnd len="med" w="med" type="none"/>
            <a:tailEnd len="med" w="med" type="none"/>
          </a:ln>
        </p:spPr>
      </p:cxnSp>
      <p:cxnSp>
        <p:nvCxnSpPr>
          <p:cNvPr id="502" name="Google Shape;502;p60"/>
          <p:cNvCxnSpPr/>
          <p:nvPr/>
        </p:nvCxnSpPr>
        <p:spPr>
          <a:xfrm>
            <a:off x="152400" y="990600"/>
            <a:ext cx="8763000" cy="0"/>
          </a:xfrm>
          <a:prstGeom prst="straightConnector1">
            <a:avLst/>
          </a:prstGeom>
          <a:noFill/>
          <a:ln cap="flat" cmpd="sng" w="19050">
            <a:solidFill>
              <a:srgbClr val="FF0000"/>
            </a:solidFill>
            <a:prstDash val="solid"/>
            <a:miter lim="800000"/>
            <a:headEnd len="med" w="med" type="none"/>
            <a:tailEnd len="med" w="med" type="none"/>
          </a:ln>
        </p:spPr>
      </p:cxnSp>
      <p:sp>
        <p:nvSpPr>
          <p:cNvPr id="503" name="Google Shape;503;p60"/>
          <p:cNvSpPr txBox="1"/>
          <p:nvPr/>
        </p:nvSpPr>
        <p:spPr>
          <a:xfrm>
            <a:off x="304800" y="381000"/>
            <a:ext cx="6610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2400"/>
              <a:buFont typeface="Times New Roman"/>
              <a:buNone/>
            </a:pPr>
            <a:r>
              <a:rPr b="1" i="0" lang="en" sz="2400" u="none">
                <a:solidFill>
                  <a:srgbClr val="3333CC"/>
                </a:solidFill>
                <a:latin typeface="Times New Roman"/>
                <a:ea typeface="Times New Roman"/>
                <a:cs typeface="Times New Roman"/>
                <a:sym typeface="Times New Roman"/>
              </a:rPr>
              <a:t>Fig</a:t>
            </a:r>
            <a:r>
              <a:rPr b="1" lang="en" sz="2400">
                <a:solidFill>
                  <a:srgbClr val="3333CC"/>
                </a:solidFill>
                <a:latin typeface="Times New Roman"/>
                <a:ea typeface="Times New Roman"/>
                <a:cs typeface="Times New Roman"/>
                <a:sym typeface="Times New Roman"/>
              </a:rPr>
              <a:t>: </a:t>
            </a:r>
            <a:r>
              <a:rPr b="1" i="1" lang="en" sz="2000" u="none">
                <a:solidFill>
                  <a:srgbClr val="000000"/>
                </a:solidFill>
                <a:latin typeface="Times New Roman"/>
                <a:ea typeface="Times New Roman"/>
                <a:cs typeface="Times New Roman"/>
                <a:sym typeface="Times New Roman"/>
              </a:rPr>
              <a:t>Association termination</a:t>
            </a:r>
            <a:endParaRPr/>
          </a:p>
        </p:txBody>
      </p:sp>
      <p:cxnSp>
        <p:nvCxnSpPr>
          <p:cNvPr id="504" name="Google Shape;504;p60"/>
          <p:cNvCxnSpPr/>
          <p:nvPr/>
        </p:nvCxnSpPr>
        <p:spPr>
          <a:xfrm>
            <a:off x="152400" y="6248400"/>
            <a:ext cx="8763000" cy="0"/>
          </a:xfrm>
          <a:prstGeom prst="straightConnector1">
            <a:avLst/>
          </a:prstGeom>
          <a:noFill/>
          <a:ln cap="flat" cmpd="sng" w="76200">
            <a:solidFill>
              <a:srgbClr val="FF0000"/>
            </a:solidFill>
            <a:prstDash val="solid"/>
            <a:miter lim="800000"/>
            <a:headEnd len="med" w="med" type="none"/>
            <a:tailEnd len="med" w="med" type="none"/>
          </a:ln>
        </p:spPr>
      </p:cxnSp>
      <p:pic>
        <p:nvPicPr>
          <p:cNvPr id="505" name="Google Shape;505;p60"/>
          <p:cNvPicPr preferRelativeResize="0"/>
          <p:nvPr/>
        </p:nvPicPr>
        <p:blipFill rotWithShape="1">
          <a:blip r:embed="rId4">
            <a:alphaModFix/>
          </a:blip>
          <a:srcRect b="0" l="0" r="0" t="0"/>
          <a:stretch/>
        </p:blipFill>
        <p:spPr>
          <a:xfrm>
            <a:off x="1033438" y="1124850"/>
            <a:ext cx="7178427" cy="37984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1"/>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11" name="Google Shape;511;p61"/>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12" name="Google Shape;512;p61"/>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513" name="Google Shape;513;p61"/>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514" name="Google Shape;514;p61"/>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515" name="Google Shape;515;p61"/>
          <p:cNvSpPr txBox="1"/>
          <p:nvPr/>
        </p:nvSpPr>
        <p:spPr>
          <a:xfrm>
            <a:off x="412500" y="1028765"/>
            <a:ext cx="8055300" cy="319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t/>
            </a:r>
            <a:endParaRPr b="1" sz="1300"/>
          </a:p>
          <a:p>
            <a:pPr indent="0" lvl="0" marL="0" rtl="0" algn="l">
              <a:lnSpc>
                <a:spcPct val="115000"/>
              </a:lnSpc>
              <a:spcBef>
                <a:spcPts val="1200"/>
              </a:spcBef>
              <a:spcAft>
                <a:spcPts val="0"/>
              </a:spcAft>
              <a:buNone/>
            </a:pPr>
            <a:r>
              <a:rPr lang="en" sz="1300"/>
              <a:t>The core of </a:t>
            </a:r>
            <a:r>
              <a:rPr lang="en" sz="1300"/>
              <a:t>SCTP</a:t>
            </a:r>
            <a:r>
              <a:rPr lang="en" sz="1300"/>
              <a:t> flow control is a </a:t>
            </a:r>
            <a:r>
              <a:rPr b="1" lang="en" sz="1300"/>
              <a:t>credit-based system</a:t>
            </a:r>
            <a:r>
              <a:rPr lang="en" sz="1300"/>
              <a:t> that uses these two windows:</a:t>
            </a:r>
            <a:endParaRPr sz="1300"/>
          </a:p>
          <a:p>
            <a:pPr indent="-311150" lvl="0" marL="457200" rtl="0" algn="l">
              <a:lnSpc>
                <a:spcPct val="115000"/>
              </a:lnSpc>
              <a:spcBef>
                <a:spcPts val="1200"/>
              </a:spcBef>
              <a:spcAft>
                <a:spcPts val="0"/>
              </a:spcAft>
              <a:buSzPts val="1300"/>
              <a:buChar char="●"/>
            </a:pPr>
            <a:r>
              <a:rPr b="1" lang="en" sz="1300"/>
              <a:t>Receiver</a:t>
            </a:r>
            <a:r>
              <a:rPr b="1" lang="en" sz="1300"/>
              <a:t> Advertised Window (rwnd)</a:t>
            </a:r>
            <a:r>
              <a:rPr lang="en" sz="1300"/>
              <a:t>: This is a value, in </a:t>
            </a:r>
            <a:r>
              <a:rPr b="1" lang="en" sz="1300"/>
              <a:t>bytes</a:t>
            </a:r>
            <a:r>
              <a:rPr lang="en" sz="1300"/>
              <a:t>, that the receiver sends to the sender. It indicates how much free buffer space the receiver has available to accept incoming data. The </a:t>
            </a:r>
            <a:r>
              <a:rPr lang="en" sz="1300">
                <a:solidFill>
                  <a:srgbClr val="188038"/>
                </a:solidFill>
                <a:latin typeface="Roboto Mono"/>
                <a:ea typeface="Roboto Mono"/>
                <a:cs typeface="Roboto Mono"/>
                <a:sym typeface="Roboto Mono"/>
              </a:rPr>
              <a:t>rwnd</a:t>
            </a:r>
            <a:r>
              <a:rPr lang="en" sz="1300"/>
              <a:t> prevents the sender from overwhelming the receiver's application buffer.</a:t>
            </a:r>
            <a:endParaRPr sz="1300"/>
          </a:p>
          <a:p>
            <a:pPr indent="0" lvl="0" marL="0" rtl="0" algn="l">
              <a:lnSpc>
                <a:spcPct val="115000"/>
              </a:lnSpc>
              <a:spcBef>
                <a:spcPts val="1200"/>
              </a:spcBef>
              <a:spcAft>
                <a:spcPts val="0"/>
              </a:spcAft>
              <a:buNone/>
            </a:pPr>
            <a:r>
              <a:t/>
            </a:r>
            <a:endParaRPr sz="1300"/>
          </a:p>
          <a:p>
            <a:pPr indent="-311150" lvl="0" marL="457200" rtl="0" algn="l">
              <a:lnSpc>
                <a:spcPct val="115000"/>
              </a:lnSpc>
              <a:spcBef>
                <a:spcPts val="1200"/>
              </a:spcBef>
              <a:spcAft>
                <a:spcPts val="0"/>
              </a:spcAft>
              <a:buSzPts val="1300"/>
              <a:buChar char="●"/>
            </a:pPr>
            <a:r>
              <a:rPr b="1" lang="en" sz="1300"/>
              <a:t>Congestion Window (cwnd)</a:t>
            </a:r>
            <a:r>
              <a:rPr lang="en" sz="1300"/>
              <a:t>: This is a value, also in </a:t>
            </a:r>
            <a:r>
              <a:rPr b="1" lang="en" sz="1300"/>
              <a:t>bytes</a:t>
            </a:r>
            <a:r>
              <a:rPr lang="en" sz="1300"/>
              <a:t>, maintained by the sender. It's the sender's estimate of the network's capacity. The </a:t>
            </a:r>
            <a:r>
              <a:rPr lang="en" sz="1300">
                <a:solidFill>
                  <a:srgbClr val="188038"/>
                </a:solidFill>
                <a:latin typeface="Roboto Mono"/>
                <a:ea typeface="Roboto Mono"/>
                <a:cs typeface="Roboto Mono"/>
                <a:sym typeface="Roboto Mono"/>
              </a:rPr>
              <a:t>cwnd</a:t>
            </a:r>
            <a:r>
              <a:rPr lang="en" sz="1300"/>
              <a:t> prevents the sender from injecting more data into the network than it can handle, thus avoiding congestion.</a:t>
            </a:r>
            <a:endParaRPr sz="1300"/>
          </a:p>
          <a:p>
            <a:pPr indent="0" lvl="0" marL="0" rtl="0" algn="l">
              <a:lnSpc>
                <a:spcPct val="115000"/>
              </a:lnSpc>
              <a:spcBef>
                <a:spcPts val="1200"/>
              </a:spcBef>
              <a:spcAft>
                <a:spcPts val="1200"/>
              </a:spcAft>
              <a:buNone/>
            </a:pPr>
            <a:r>
              <a:t/>
            </a:r>
            <a:endParaRPr sz="1100"/>
          </a:p>
        </p:txBody>
      </p:sp>
      <p:sp>
        <p:nvSpPr>
          <p:cNvPr id="516" name="Google Shape;516;p61"/>
          <p:cNvSpPr txBox="1"/>
          <p:nvPr/>
        </p:nvSpPr>
        <p:spPr>
          <a:xfrm>
            <a:off x="902175" y="55800"/>
            <a:ext cx="5364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Flow Control in SCTP</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2"/>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2" name="Google Shape;522;p62"/>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3" name="Google Shape;523;p62"/>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524" name="Google Shape;524;p62"/>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525" name="Google Shape;525;p62"/>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526" name="Google Shape;526;p62"/>
          <p:cNvSpPr txBox="1"/>
          <p:nvPr/>
        </p:nvSpPr>
        <p:spPr>
          <a:xfrm>
            <a:off x="33675" y="723910"/>
            <a:ext cx="8503200" cy="37680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AutoNum type="arabicPeriod"/>
            </a:pPr>
            <a:r>
              <a:rPr b="1" lang="en" sz="1200"/>
              <a:t>Sender's Limit</a:t>
            </a:r>
            <a:r>
              <a:rPr lang="en" sz="1200"/>
              <a:t>: The sender can only transmit data up to the </a:t>
            </a:r>
            <a:r>
              <a:rPr b="1" lang="en" sz="1200"/>
              <a:t>minimum</a:t>
            </a:r>
            <a:r>
              <a:rPr lang="en" sz="1200"/>
              <a:t> of its </a:t>
            </a:r>
            <a:r>
              <a:rPr lang="en" sz="1200">
                <a:solidFill>
                  <a:srgbClr val="188038"/>
                </a:solidFill>
                <a:latin typeface="Roboto Mono"/>
                <a:ea typeface="Roboto Mono"/>
                <a:cs typeface="Roboto Mono"/>
                <a:sym typeface="Roboto Mono"/>
              </a:rPr>
              <a:t>cwnd</a:t>
            </a:r>
            <a:r>
              <a:rPr lang="en" sz="1200"/>
              <a:t> and the </a:t>
            </a:r>
            <a:r>
              <a:rPr lang="en" sz="1200">
                <a:solidFill>
                  <a:srgbClr val="188038"/>
                </a:solidFill>
                <a:latin typeface="Roboto Mono"/>
                <a:ea typeface="Roboto Mono"/>
                <a:cs typeface="Roboto Mono"/>
                <a:sym typeface="Roboto Mono"/>
              </a:rPr>
              <a:t>rwnd</a:t>
            </a:r>
            <a:r>
              <a:rPr lang="en" sz="1200"/>
              <a:t> advertised by the receiver. This ensures the sender is constrained by both the receiver's capacity and the network's capacity.</a:t>
            </a:r>
            <a:endParaRPr sz="1200"/>
          </a:p>
          <a:p>
            <a:pPr indent="-304800" lvl="1" marL="914400" rtl="0" algn="l">
              <a:lnSpc>
                <a:spcPct val="115000"/>
              </a:lnSpc>
              <a:spcBef>
                <a:spcPts val="0"/>
              </a:spcBef>
              <a:spcAft>
                <a:spcPts val="0"/>
              </a:spcAft>
              <a:buSzPts val="1200"/>
              <a:buChar char="○"/>
            </a:pPr>
            <a:r>
              <a:rPr lang="en" sz="1200">
                <a:solidFill>
                  <a:srgbClr val="188038"/>
                </a:solidFill>
                <a:latin typeface="Roboto Mono"/>
                <a:ea typeface="Roboto Mono"/>
                <a:cs typeface="Roboto Mono"/>
                <a:sym typeface="Roboto Mono"/>
              </a:rPr>
              <a:t>Data to send &lt;= Min(cwnd, rwnd)</a:t>
            </a:r>
            <a:endParaRPr sz="1200">
              <a:solidFill>
                <a:srgbClr val="188038"/>
              </a:solidFill>
              <a:latin typeface="Roboto Mono"/>
              <a:ea typeface="Roboto Mono"/>
              <a:cs typeface="Roboto Mono"/>
              <a:sym typeface="Roboto Mono"/>
            </a:endParaRPr>
          </a:p>
          <a:p>
            <a:pPr indent="-304800" lvl="0" marL="457200" rtl="0" algn="l">
              <a:lnSpc>
                <a:spcPct val="115000"/>
              </a:lnSpc>
              <a:spcBef>
                <a:spcPts val="0"/>
              </a:spcBef>
              <a:spcAft>
                <a:spcPts val="0"/>
              </a:spcAft>
              <a:buSzPts val="1200"/>
              <a:buAutoNum type="arabicPeriod"/>
            </a:pPr>
            <a:r>
              <a:rPr b="1" lang="en" sz="1200"/>
              <a:t>Sending Data</a:t>
            </a:r>
            <a:r>
              <a:rPr lang="en" sz="1200"/>
              <a:t>: The sender transmits </a:t>
            </a:r>
            <a:r>
              <a:rPr b="1" lang="en" sz="1200"/>
              <a:t>DATA chunks</a:t>
            </a:r>
            <a:r>
              <a:rPr lang="en" sz="1200"/>
              <a:t> within this allowed window. Each chunk is assigned a </a:t>
            </a:r>
            <a:r>
              <a:rPr b="1" lang="en" sz="1200"/>
              <a:t>Transmission Sequence Number (TSN)</a:t>
            </a:r>
            <a:r>
              <a:rPr lang="en" sz="1200"/>
              <a:t>. This is a global sequence number that is separate from the stream sequence numbers, and it is used for reliability and retransmission purposes across the entire association.</a:t>
            </a:r>
            <a:endParaRPr sz="1200"/>
          </a:p>
          <a:p>
            <a:pPr indent="-304800" lvl="0" marL="457200" rtl="0" algn="l">
              <a:lnSpc>
                <a:spcPct val="115000"/>
              </a:lnSpc>
              <a:spcBef>
                <a:spcPts val="0"/>
              </a:spcBef>
              <a:spcAft>
                <a:spcPts val="0"/>
              </a:spcAft>
              <a:buSzPts val="1200"/>
              <a:buAutoNum type="arabicPeriod"/>
            </a:pPr>
            <a:r>
              <a:rPr b="1" lang="en" sz="1200"/>
              <a:t>Receiver's Acknowledgment</a:t>
            </a:r>
            <a:r>
              <a:rPr lang="en" sz="1200"/>
              <a:t>: The receiver uses a </a:t>
            </a:r>
            <a:r>
              <a:rPr b="1" lang="en" sz="1200"/>
              <a:t>Selective Acknowledgment (SACK)</a:t>
            </a:r>
            <a:r>
              <a:rPr lang="en" sz="1200"/>
              <a:t> chunk to report received data. This SACK chunk contains:</a:t>
            </a:r>
            <a:endParaRPr sz="1200"/>
          </a:p>
          <a:p>
            <a:pPr indent="-304800" lvl="1" marL="914400" rtl="0" algn="l">
              <a:lnSpc>
                <a:spcPct val="115000"/>
              </a:lnSpc>
              <a:spcBef>
                <a:spcPts val="0"/>
              </a:spcBef>
              <a:spcAft>
                <a:spcPts val="0"/>
              </a:spcAft>
              <a:buSzPts val="1200"/>
              <a:buChar char="○"/>
            </a:pPr>
            <a:r>
              <a:rPr lang="en" sz="1200"/>
              <a:t>A </a:t>
            </a:r>
            <a:r>
              <a:rPr b="1" lang="en" sz="1200"/>
              <a:t>cumulative TSN</a:t>
            </a:r>
            <a:r>
              <a:rPr lang="en" sz="1200"/>
              <a:t>: The highest TSN received in a contiguous sequence.</a:t>
            </a:r>
            <a:endParaRPr sz="1200"/>
          </a:p>
          <a:p>
            <a:pPr indent="-304800" lvl="1" marL="914400" rtl="0" algn="l">
              <a:lnSpc>
                <a:spcPct val="115000"/>
              </a:lnSpc>
              <a:spcBef>
                <a:spcPts val="0"/>
              </a:spcBef>
              <a:spcAft>
                <a:spcPts val="0"/>
              </a:spcAft>
              <a:buSzPts val="1200"/>
              <a:buChar char="○"/>
            </a:pPr>
            <a:r>
              <a:rPr b="1" lang="en" sz="1200"/>
              <a:t>Gap reports</a:t>
            </a:r>
            <a:r>
              <a:rPr lang="en" sz="1200"/>
              <a:t>: A list of any out-of-order chunks that have been received.</a:t>
            </a:r>
            <a:endParaRPr sz="1200"/>
          </a:p>
          <a:p>
            <a:pPr indent="-304800" lvl="1" marL="914400" rtl="0" algn="l">
              <a:lnSpc>
                <a:spcPct val="115000"/>
              </a:lnSpc>
              <a:spcBef>
                <a:spcPts val="0"/>
              </a:spcBef>
              <a:spcAft>
                <a:spcPts val="0"/>
              </a:spcAft>
              <a:buSzPts val="1200"/>
              <a:buChar char="○"/>
            </a:pPr>
            <a:r>
              <a:rPr lang="en" sz="1200"/>
              <a:t>An updated </a:t>
            </a:r>
            <a:r>
              <a:rPr b="1" lang="en" sz="1200">
                <a:solidFill>
                  <a:srgbClr val="188038"/>
                </a:solidFill>
                <a:latin typeface="Roboto Mono"/>
                <a:ea typeface="Roboto Mono"/>
                <a:cs typeface="Roboto Mono"/>
                <a:sym typeface="Roboto Mono"/>
              </a:rPr>
              <a:t>rwnd</a:t>
            </a:r>
            <a:r>
              <a:rPr lang="en" sz="1200"/>
              <a:t>: The new available buffer space at the receiver.</a:t>
            </a:r>
            <a:endParaRPr sz="1200"/>
          </a:p>
          <a:p>
            <a:pPr indent="-304800" lvl="0" marL="457200" rtl="0" algn="l">
              <a:lnSpc>
                <a:spcPct val="115000"/>
              </a:lnSpc>
              <a:spcBef>
                <a:spcPts val="0"/>
              </a:spcBef>
              <a:spcAft>
                <a:spcPts val="0"/>
              </a:spcAft>
              <a:buSzPts val="1200"/>
              <a:buAutoNum type="arabicPeriod"/>
            </a:pPr>
            <a:r>
              <a:rPr b="1" lang="en" sz="1200"/>
              <a:t>Sender's Adjustment</a:t>
            </a:r>
            <a:r>
              <a:rPr lang="en" sz="1200"/>
              <a:t>: When the sender receives a SACK, it uses the information to update its </a:t>
            </a:r>
            <a:r>
              <a:rPr lang="en" sz="1200">
                <a:solidFill>
                  <a:srgbClr val="188038"/>
                </a:solidFill>
                <a:latin typeface="Roboto Mono"/>
                <a:ea typeface="Roboto Mono"/>
                <a:cs typeface="Roboto Mono"/>
                <a:sym typeface="Roboto Mono"/>
              </a:rPr>
              <a:t>cwnd</a:t>
            </a:r>
            <a:r>
              <a:rPr lang="en" sz="1200"/>
              <a:t> and </a:t>
            </a:r>
            <a:r>
              <a:rPr lang="en" sz="1200">
                <a:solidFill>
                  <a:srgbClr val="188038"/>
                </a:solidFill>
                <a:latin typeface="Roboto Mono"/>
                <a:ea typeface="Roboto Mono"/>
                <a:cs typeface="Roboto Mono"/>
                <a:sym typeface="Roboto Mono"/>
              </a:rPr>
              <a:t>rwnd</a:t>
            </a:r>
            <a:r>
              <a:rPr lang="en" sz="1200"/>
              <a:t> variables.</a:t>
            </a:r>
            <a:endParaRPr sz="1200"/>
          </a:p>
          <a:p>
            <a:pPr indent="-304800" lvl="1" marL="914400" rtl="0" algn="l">
              <a:lnSpc>
                <a:spcPct val="115000"/>
              </a:lnSpc>
              <a:spcBef>
                <a:spcPts val="0"/>
              </a:spcBef>
              <a:spcAft>
                <a:spcPts val="0"/>
              </a:spcAft>
              <a:buSzPts val="1200"/>
              <a:buChar char="○"/>
            </a:pPr>
            <a:r>
              <a:rPr lang="en" sz="1200"/>
              <a:t>If new data is acknowledged, the </a:t>
            </a:r>
            <a:r>
              <a:rPr lang="en" sz="1200">
                <a:solidFill>
                  <a:srgbClr val="188038"/>
                </a:solidFill>
                <a:latin typeface="Roboto Mono"/>
                <a:ea typeface="Roboto Mono"/>
                <a:cs typeface="Roboto Mono"/>
                <a:sym typeface="Roboto Mono"/>
              </a:rPr>
              <a:t>cwnd</a:t>
            </a:r>
            <a:r>
              <a:rPr lang="en" sz="1200"/>
              <a:t> is increased (using algorithms like slow start or congestion avoidance).</a:t>
            </a:r>
            <a:endParaRPr sz="1200"/>
          </a:p>
          <a:p>
            <a:pPr indent="-304800" lvl="1" marL="914400" rtl="0" algn="l">
              <a:lnSpc>
                <a:spcPct val="115000"/>
              </a:lnSpc>
              <a:spcBef>
                <a:spcPts val="0"/>
              </a:spcBef>
              <a:spcAft>
                <a:spcPts val="0"/>
              </a:spcAft>
              <a:buSzPts val="1200"/>
              <a:buChar char="○"/>
            </a:pPr>
            <a:r>
              <a:rPr lang="en" sz="1200"/>
              <a:t>The </a:t>
            </a:r>
            <a:r>
              <a:rPr lang="en" sz="1200">
                <a:solidFill>
                  <a:srgbClr val="188038"/>
                </a:solidFill>
                <a:latin typeface="Roboto Mono"/>
                <a:ea typeface="Roboto Mono"/>
                <a:cs typeface="Roboto Mono"/>
                <a:sym typeface="Roboto Mono"/>
              </a:rPr>
              <a:t>rwnd</a:t>
            </a:r>
            <a:r>
              <a:rPr lang="en" sz="1200"/>
              <a:t> is updated with the value from the SACK, giving the sender a new credit for how much data it can send.</a:t>
            </a:r>
            <a:endParaRPr sz="1200"/>
          </a:p>
        </p:txBody>
      </p:sp>
      <p:sp>
        <p:nvSpPr>
          <p:cNvPr id="527" name="Google Shape;527;p62"/>
          <p:cNvSpPr txBox="1"/>
          <p:nvPr/>
        </p:nvSpPr>
        <p:spPr>
          <a:xfrm>
            <a:off x="902175" y="55800"/>
            <a:ext cx="5364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Flow Control in SCTP</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2" name="Shape 532"/>
        <p:cNvGrpSpPr/>
        <p:nvPr/>
      </p:nvGrpSpPr>
      <p:grpSpPr>
        <a:xfrm>
          <a:off x="0" y="0"/>
          <a:ext cx="0" cy="0"/>
          <a:chOff x="0" y="0"/>
          <a:chExt cx="0" cy="0"/>
        </a:xfrm>
      </p:grpSpPr>
      <p:cxnSp>
        <p:nvCxnSpPr>
          <p:cNvPr id="533" name="Google Shape;533;p63"/>
          <p:cNvCxnSpPr/>
          <p:nvPr/>
        </p:nvCxnSpPr>
        <p:spPr>
          <a:xfrm>
            <a:off x="152400" y="114300"/>
            <a:ext cx="8763000" cy="0"/>
          </a:xfrm>
          <a:prstGeom prst="straightConnector1">
            <a:avLst/>
          </a:prstGeom>
          <a:noFill/>
          <a:ln cap="flat" cmpd="sng" w="76200">
            <a:solidFill>
              <a:schemeClr val="hlink"/>
            </a:solidFill>
            <a:prstDash val="solid"/>
            <a:miter lim="800000"/>
            <a:headEnd len="med" w="med" type="none"/>
            <a:tailEnd len="med" w="med" type="none"/>
          </a:ln>
        </p:spPr>
      </p:cxnSp>
      <p:cxnSp>
        <p:nvCxnSpPr>
          <p:cNvPr id="534" name="Google Shape;534;p63"/>
          <p:cNvCxnSpPr/>
          <p:nvPr/>
        </p:nvCxnSpPr>
        <p:spPr>
          <a:xfrm>
            <a:off x="152400" y="571500"/>
            <a:ext cx="8763000" cy="0"/>
          </a:xfrm>
          <a:prstGeom prst="straightConnector1">
            <a:avLst/>
          </a:prstGeom>
          <a:noFill/>
          <a:ln cap="flat" cmpd="sng" w="19050">
            <a:solidFill>
              <a:schemeClr val="hlink"/>
            </a:solidFill>
            <a:prstDash val="solid"/>
            <a:miter lim="800000"/>
            <a:headEnd len="med" w="med" type="none"/>
            <a:tailEnd len="med" w="med" type="none"/>
          </a:ln>
        </p:spPr>
      </p:cxnSp>
      <p:sp>
        <p:nvSpPr>
          <p:cNvPr id="535" name="Google Shape;535;p63"/>
          <p:cNvSpPr txBox="1"/>
          <p:nvPr/>
        </p:nvSpPr>
        <p:spPr>
          <a:xfrm>
            <a:off x="304800" y="114300"/>
            <a:ext cx="4257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 sz="2400" u="none">
                <a:solidFill>
                  <a:schemeClr val="folHlink"/>
                </a:solidFill>
                <a:latin typeface="Times New Roman"/>
                <a:ea typeface="Times New Roman"/>
                <a:cs typeface="Times New Roman"/>
                <a:sym typeface="Times New Roman"/>
              </a:rPr>
              <a:t>Fig</a:t>
            </a:r>
            <a:r>
              <a:rPr b="1" lang="en" sz="2400">
                <a:solidFill>
                  <a:schemeClr val="folHlink"/>
                </a:solidFill>
                <a:latin typeface="Times New Roman"/>
                <a:ea typeface="Times New Roman"/>
                <a:cs typeface="Times New Roman"/>
                <a:sym typeface="Times New Roman"/>
              </a:rPr>
              <a:t>:</a:t>
            </a:r>
            <a:r>
              <a:rPr b="1" i="0" lang="en" sz="2400" u="none">
                <a:solidFill>
                  <a:schemeClr val="folHlink"/>
                </a:solidFill>
                <a:latin typeface="Times New Roman"/>
                <a:ea typeface="Times New Roman"/>
                <a:cs typeface="Times New Roman"/>
                <a:sym typeface="Times New Roman"/>
              </a:rPr>
              <a:t> </a:t>
            </a:r>
            <a:r>
              <a:rPr b="1" i="1" lang="en" sz="2000" u="none">
                <a:solidFill>
                  <a:schemeClr val="dk1"/>
                </a:solidFill>
                <a:latin typeface="Times New Roman"/>
                <a:ea typeface="Times New Roman"/>
                <a:cs typeface="Times New Roman"/>
                <a:sym typeface="Times New Roman"/>
              </a:rPr>
              <a:t>Flow control scenario</a:t>
            </a:r>
            <a:endParaRPr/>
          </a:p>
        </p:txBody>
      </p:sp>
      <p:pic>
        <p:nvPicPr>
          <p:cNvPr id="536" name="Google Shape;536;p63"/>
          <p:cNvPicPr preferRelativeResize="0"/>
          <p:nvPr/>
        </p:nvPicPr>
        <p:blipFill rotWithShape="1">
          <a:blip r:embed="rId3">
            <a:alphaModFix/>
          </a:blip>
          <a:srcRect b="0" l="0" r="0" t="0"/>
          <a:stretch/>
        </p:blipFill>
        <p:spPr>
          <a:xfrm>
            <a:off x="468312" y="683419"/>
            <a:ext cx="5649516" cy="406003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4"/>
          <p:cNvSpPr txBox="1"/>
          <p:nvPr>
            <p:ph type="title"/>
          </p:nvPr>
        </p:nvSpPr>
        <p:spPr>
          <a:xfrm>
            <a:off x="228600" y="3541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2" name="Google Shape;542;p64"/>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3" name="Google Shape;543;p64"/>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544" name="Google Shape;544;p64"/>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pic>
        <p:nvPicPr>
          <p:cNvPr descr="HD wallpaper: background, white, sand, backgrounds, textured ..." id="545" name="Google Shape;545;p64"/>
          <p:cNvPicPr preferRelativeResize="0"/>
          <p:nvPr/>
        </p:nvPicPr>
        <p:blipFill>
          <a:blip r:embed="rId3">
            <a:alphaModFix/>
          </a:blip>
          <a:stretch>
            <a:fillRect/>
          </a:stretch>
        </p:blipFill>
        <p:spPr>
          <a:xfrm>
            <a:off x="0" y="-43950"/>
            <a:ext cx="9144001" cy="5232275"/>
          </a:xfrm>
          <a:prstGeom prst="rect">
            <a:avLst/>
          </a:prstGeom>
          <a:noFill/>
          <a:ln>
            <a:noFill/>
          </a:ln>
        </p:spPr>
      </p:pic>
      <p:sp>
        <p:nvSpPr>
          <p:cNvPr id="546" name="Google Shape;546;p64"/>
          <p:cNvSpPr txBox="1"/>
          <p:nvPr/>
        </p:nvSpPr>
        <p:spPr>
          <a:xfrm>
            <a:off x="255236" y="548950"/>
            <a:ext cx="9276000" cy="4402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b="1" lang="en" sz="1500">
                <a:solidFill>
                  <a:srgbClr val="0C343D"/>
                </a:solidFill>
              </a:rPr>
              <a:t>1. Checksum (CRC32c)</a:t>
            </a:r>
            <a:endParaRPr b="1" sz="1500">
              <a:solidFill>
                <a:srgbClr val="0C343D"/>
              </a:solidFill>
            </a:endParaRPr>
          </a:p>
          <a:p>
            <a:pPr indent="-304800" lvl="0" marL="457200" rtl="0" algn="l">
              <a:lnSpc>
                <a:spcPct val="100000"/>
              </a:lnSpc>
              <a:spcBef>
                <a:spcPts val="1200"/>
              </a:spcBef>
              <a:spcAft>
                <a:spcPts val="0"/>
              </a:spcAft>
              <a:buSzPts val="1200"/>
              <a:buChar char="●"/>
            </a:pPr>
            <a:r>
              <a:rPr lang="en" sz="1200"/>
              <a:t>Ensures data integrity by detecting bit errors in packets.</a:t>
            </a:r>
            <a:br>
              <a:rPr lang="en" sz="1200"/>
            </a:br>
            <a:endParaRPr sz="1200"/>
          </a:p>
          <a:p>
            <a:pPr indent="0" lvl="0" marL="0" rtl="0" algn="l">
              <a:lnSpc>
                <a:spcPct val="100000"/>
              </a:lnSpc>
              <a:spcBef>
                <a:spcPts val="1200"/>
              </a:spcBef>
              <a:spcAft>
                <a:spcPts val="0"/>
              </a:spcAft>
              <a:buNone/>
            </a:pPr>
            <a:r>
              <a:rPr b="1" lang="en" sz="1500">
                <a:solidFill>
                  <a:srgbClr val="0C343D"/>
                </a:solidFill>
              </a:rPr>
              <a:t> 2. Acknowledgment &amp; Retransmission</a:t>
            </a:r>
            <a:endParaRPr b="1" sz="1200"/>
          </a:p>
          <a:p>
            <a:pPr indent="-304800" lvl="0" marL="457200" rtl="0" algn="l">
              <a:lnSpc>
                <a:spcPct val="100000"/>
              </a:lnSpc>
              <a:spcBef>
                <a:spcPts val="1200"/>
              </a:spcBef>
              <a:spcAft>
                <a:spcPts val="0"/>
              </a:spcAft>
              <a:buSzPts val="1200"/>
              <a:buChar char="●"/>
            </a:pPr>
            <a:r>
              <a:rPr b="1" lang="en" sz="1200"/>
              <a:t>Selective Acknowledgments (SACK)</a:t>
            </a:r>
            <a:r>
              <a:rPr lang="en" sz="1200"/>
              <a:t> used instead of simple ACKs.</a:t>
            </a:r>
            <a:br>
              <a:rPr lang="en" sz="1200"/>
            </a:br>
            <a:endParaRPr sz="1200"/>
          </a:p>
          <a:p>
            <a:pPr indent="-304800" lvl="0" marL="457200" rtl="0" algn="l">
              <a:lnSpc>
                <a:spcPct val="100000"/>
              </a:lnSpc>
              <a:spcBef>
                <a:spcPts val="0"/>
              </a:spcBef>
              <a:spcAft>
                <a:spcPts val="0"/>
              </a:spcAft>
              <a:buSzPts val="1200"/>
              <a:buChar char="●"/>
            </a:pPr>
            <a:r>
              <a:rPr lang="en" sz="1200"/>
              <a:t>Missing chunks are retransmitted based on SACK feedback.</a:t>
            </a:r>
            <a:br>
              <a:rPr lang="en" sz="1200"/>
            </a:br>
            <a:endParaRPr sz="1200"/>
          </a:p>
          <a:p>
            <a:pPr indent="0" lvl="0" marL="0" rtl="0" algn="l">
              <a:lnSpc>
                <a:spcPct val="100000"/>
              </a:lnSpc>
              <a:spcBef>
                <a:spcPts val="1200"/>
              </a:spcBef>
              <a:spcAft>
                <a:spcPts val="0"/>
              </a:spcAft>
              <a:buNone/>
            </a:pPr>
            <a:r>
              <a:rPr b="1" lang="en" sz="1500">
                <a:solidFill>
                  <a:srgbClr val="0C343D"/>
                </a:solidFill>
              </a:rPr>
              <a:t>3. Sequence Numbers (TSNs)</a:t>
            </a:r>
            <a:endParaRPr b="1" sz="1200"/>
          </a:p>
          <a:p>
            <a:pPr indent="-304800" lvl="0" marL="457200" rtl="0" algn="l">
              <a:lnSpc>
                <a:spcPct val="100000"/>
              </a:lnSpc>
              <a:spcBef>
                <a:spcPts val="1200"/>
              </a:spcBef>
              <a:spcAft>
                <a:spcPts val="0"/>
              </a:spcAft>
              <a:buSzPts val="1200"/>
              <a:buChar char="●"/>
            </a:pPr>
            <a:r>
              <a:rPr lang="en" sz="1200"/>
              <a:t>Each data chunk is tagged with a </a:t>
            </a:r>
            <a:r>
              <a:rPr b="1" lang="en" sz="1200"/>
              <a:t>Transmission Sequence Number</a:t>
            </a:r>
            <a:r>
              <a:rPr lang="en" sz="1200"/>
              <a:t> for ordering and loss detection.</a:t>
            </a:r>
            <a:br>
              <a:rPr lang="en" sz="1200"/>
            </a:br>
            <a:endParaRPr sz="1200"/>
          </a:p>
          <a:p>
            <a:pPr indent="0" lvl="0" marL="0" rtl="0" algn="l">
              <a:lnSpc>
                <a:spcPct val="100000"/>
              </a:lnSpc>
              <a:spcBef>
                <a:spcPts val="1200"/>
              </a:spcBef>
              <a:spcAft>
                <a:spcPts val="0"/>
              </a:spcAft>
              <a:buNone/>
            </a:pPr>
            <a:r>
              <a:rPr b="1" lang="en" sz="1500">
                <a:solidFill>
                  <a:srgbClr val="0C343D"/>
                </a:solidFill>
              </a:rPr>
              <a:t> 4. Timers</a:t>
            </a:r>
            <a:endParaRPr b="1" sz="1200"/>
          </a:p>
          <a:p>
            <a:pPr indent="-304800" lvl="0" marL="457200" rtl="0" algn="l">
              <a:lnSpc>
                <a:spcPct val="100000"/>
              </a:lnSpc>
              <a:spcBef>
                <a:spcPts val="1200"/>
              </a:spcBef>
              <a:spcAft>
                <a:spcPts val="0"/>
              </a:spcAft>
              <a:buSzPts val="1200"/>
              <a:buChar char="●"/>
            </a:pPr>
            <a:r>
              <a:rPr b="1" lang="en" sz="1200"/>
              <a:t>T3-rtx</a:t>
            </a:r>
            <a:r>
              <a:rPr lang="en" sz="1200"/>
              <a:t>: Retransmits data after timeout.</a:t>
            </a:r>
            <a:br>
              <a:rPr lang="en" sz="1200"/>
            </a:br>
            <a:endParaRPr sz="1200"/>
          </a:p>
          <a:p>
            <a:pPr indent="-304800" lvl="0" marL="457200" rtl="0" algn="l">
              <a:lnSpc>
                <a:spcPct val="100000"/>
              </a:lnSpc>
              <a:spcBef>
                <a:spcPts val="0"/>
              </a:spcBef>
              <a:spcAft>
                <a:spcPts val="0"/>
              </a:spcAft>
              <a:buSzPts val="1200"/>
              <a:buChar char="●"/>
            </a:pPr>
            <a:r>
              <a:rPr b="1" lang="en" sz="1200"/>
              <a:t>Heartbeat Timer</a:t>
            </a:r>
            <a:r>
              <a:rPr lang="en" sz="1200"/>
              <a:t>: Monitors path availability.</a:t>
            </a:r>
            <a:br>
              <a:rPr lang="en" sz="1200"/>
            </a:br>
            <a:endParaRPr sz="1200"/>
          </a:p>
        </p:txBody>
      </p:sp>
      <p:sp>
        <p:nvSpPr>
          <p:cNvPr id="547" name="Google Shape;547;p64"/>
          <p:cNvSpPr txBox="1"/>
          <p:nvPr/>
        </p:nvSpPr>
        <p:spPr>
          <a:xfrm>
            <a:off x="902175" y="55800"/>
            <a:ext cx="5364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Error</a:t>
            </a:r>
            <a:r>
              <a:rPr b="1" lang="en" sz="2600">
                <a:solidFill>
                  <a:srgbClr val="20124D"/>
                </a:solidFill>
                <a:latin typeface="Georgia"/>
                <a:ea typeface="Georgia"/>
                <a:cs typeface="Georgia"/>
                <a:sym typeface="Georgia"/>
              </a:rPr>
              <a:t> Control in SCTP</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cxnSp>
        <p:nvCxnSpPr>
          <p:cNvPr id="552" name="Google Shape;552;p65"/>
          <p:cNvCxnSpPr/>
          <p:nvPr/>
        </p:nvCxnSpPr>
        <p:spPr>
          <a:xfrm>
            <a:off x="152400" y="114300"/>
            <a:ext cx="8763000" cy="0"/>
          </a:xfrm>
          <a:prstGeom prst="straightConnector1">
            <a:avLst/>
          </a:prstGeom>
          <a:noFill/>
          <a:ln cap="flat" cmpd="sng" w="76200">
            <a:solidFill>
              <a:schemeClr val="hlink"/>
            </a:solidFill>
            <a:prstDash val="solid"/>
            <a:miter lim="800000"/>
            <a:headEnd len="med" w="med" type="none"/>
            <a:tailEnd len="med" w="med" type="none"/>
          </a:ln>
        </p:spPr>
      </p:cxnSp>
      <p:cxnSp>
        <p:nvCxnSpPr>
          <p:cNvPr id="553" name="Google Shape;553;p65"/>
          <p:cNvCxnSpPr/>
          <p:nvPr/>
        </p:nvCxnSpPr>
        <p:spPr>
          <a:xfrm>
            <a:off x="152400" y="571500"/>
            <a:ext cx="8763000" cy="0"/>
          </a:xfrm>
          <a:prstGeom prst="straightConnector1">
            <a:avLst/>
          </a:prstGeom>
          <a:noFill/>
          <a:ln cap="flat" cmpd="sng" w="19050">
            <a:solidFill>
              <a:schemeClr val="hlink"/>
            </a:solidFill>
            <a:prstDash val="solid"/>
            <a:miter lim="800000"/>
            <a:headEnd len="med" w="med" type="none"/>
            <a:tailEnd len="med" w="med" type="none"/>
          </a:ln>
        </p:spPr>
      </p:cxnSp>
      <p:sp>
        <p:nvSpPr>
          <p:cNvPr id="554" name="Google Shape;554;p65"/>
          <p:cNvSpPr txBox="1"/>
          <p:nvPr/>
        </p:nvSpPr>
        <p:spPr>
          <a:xfrm>
            <a:off x="304800" y="114300"/>
            <a:ext cx="4257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 sz="2400" u="none">
                <a:solidFill>
                  <a:schemeClr val="folHlink"/>
                </a:solidFill>
                <a:latin typeface="Times New Roman"/>
                <a:ea typeface="Times New Roman"/>
                <a:cs typeface="Times New Roman"/>
                <a:sym typeface="Times New Roman"/>
              </a:rPr>
              <a:t>Fig</a:t>
            </a:r>
            <a:r>
              <a:rPr b="1" lang="en" sz="2400">
                <a:solidFill>
                  <a:schemeClr val="folHlink"/>
                </a:solidFill>
                <a:latin typeface="Times New Roman"/>
                <a:ea typeface="Times New Roman"/>
                <a:cs typeface="Times New Roman"/>
                <a:sym typeface="Times New Roman"/>
              </a:rPr>
              <a:t>:</a:t>
            </a:r>
            <a:r>
              <a:rPr b="1" i="0" lang="en" sz="2400" u="none">
                <a:solidFill>
                  <a:schemeClr val="folHlink"/>
                </a:solidFill>
                <a:latin typeface="Times New Roman"/>
                <a:ea typeface="Times New Roman"/>
                <a:cs typeface="Times New Roman"/>
                <a:sym typeface="Times New Roman"/>
              </a:rPr>
              <a:t> </a:t>
            </a:r>
            <a:r>
              <a:rPr b="1" i="1" lang="en" sz="2000">
                <a:solidFill>
                  <a:schemeClr val="dk1"/>
                </a:solidFill>
                <a:latin typeface="Times New Roman"/>
                <a:ea typeface="Times New Roman"/>
                <a:cs typeface="Times New Roman"/>
                <a:sym typeface="Times New Roman"/>
              </a:rPr>
              <a:t>Error</a:t>
            </a:r>
            <a:r>
              <a:rPr b="1" i="1" lang="en" sz="2000" u="none">
                <a:solidFill>
                  <a:schemeClr val="dk1"/>
                </a:solidFill>
                <a:latin typeface="Times New Roman"/>
                <a:ea typeface="Times New Roman"/>
                <a:cs typeface="Times New Roman"/>
                <a:sym typeface="Times New Roman"/>
              </a:rPr>
              <a:t> control at </a:t>
            </a:r>
            <a:r>
              <a:rPr b="1" i="1" lang="en" sz="2000">
                <a:solidFill>
                  <a:schemeClr val="dk1"/>
                </a:solidFill>
                <a:latin typeface="Times New Roman"/>
                <a:ea typeface="Times New Roman"/>
                <a:cs typeface="Times New Roman"/>
                <a:sym typeface="Times New Roman"/>
              </a:rPr>
              <a:t>receiver</a:t>
            </a:r>
            <a:r>
              <a:rPr b="1" i="1" lang="en" sz="2000" u="none">
                <a:solidFill>
                  <a:schemeClr val="dk1"/>
                </a:solidFill>
                <a:latin typeface="Times New Roman"/>
                <a:ea typeface="Times New Roman"/>
                <a:cs typeface="Times New Roman"/>
                <a:sym typeface="Times New Roman"/>
              </a:rPr>
              <a:t> side</a:t>
            </a:r>
            <a:endParaRPr/>
          </a:p>
        </p:txBody>
      </p:sp>
      <p:pic>
        <p:nvPicPr>
          <p:cNvPr id="555" name="Google Shape;555;p65"/>
          <p:cNvPicPr preferRelativeResize="0"/>
          <p:nvPr/>
        </p:nvPicPr>
        <p:blipFill>
          <a:blip r:embed="rId3">
            <a:alphaModFix/>
          </a:blip>
          <a:stretch>
            <a:fillRect/>
          </a:stretch>
        </p:blipFill>
        <p:spPr>
          <a:xfrm>
            <a:off x="152400" y="728400"/>
            <a:ext cx="8391525" cy="41814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6"/>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1" sz="2000">
              <a:solidFill>
                <a:srgbClr val="1C1C1C"/>
              </a:solidFill>
            </a:endParaRPr>
          </a:p>
        </p:txBody>
      </p:sp>
      <p:cxnSp>
        <p:nvCxnSpPr>
          <p:cNvPr id="561" name="Google Shape;561;p66"/>
          <p:cNvCxnSpPr/>
          <p:nvPr/>
        </p:nvCxnSpPr>
        <p:spPr>
          <a:xfrm>
            <a:off x="152400" y="152400"/>
            <a:ext cx="8763000" cy="0"/>
          </a:xfrm>
          <a:prstGeom prst="straightConnector1">
            <a:avLst/>
          </a:prstGeom>
          <a:noFill/>
          <a:ln cap="flat" cmpd="sng" w="76200">
            <a:solidFill>
              <a:srgbClr val="FF0000"/>
            </a:solidFill>
            <a:prstDash val="solid"/>
            <a:miter lim="800000"/>
            <a:headEnd len="med" w="med" type="none"/>
            <a:tailEnd len="med" w="med" type="none"/>
          </a:ln>
        </p:spPr>
      </p:cxnSp>
      <p:cxnSp>
        <p:nvCxnSpPr>
          <p:cNvPr id="562" name="Google Shape;562;p66"/>
          <p:cNvCxnSpPr/>
          <p:nvPr/>
        </p:nvCxnSpPr>
        <p:spPr>
          <a:xfrm>
            <a:off x="152400" y="990600"/>
            <a:ext cx="8763000" cy="0"/>
          </a:xfrm>
          <a:prstGeom prst="straightConnector1">
            <a:avLst/>
          </a:prstGeom>
          <a:noFill/>
          <a:ln cap="flat" cmpd="sng" w="19050">
            <a:solidFill>
              <a:srgbClr val="FF0000"/>
            </a:solidFill>
            <a:prstDash val="solid"/>
            <a:miter lim="800000"/>
            <a:headEnd len="med" w="med" type="none"/>
            <a:tailEnd len="med" w="med" type="none"/>
          </a:ln>
        </p:spPr>
      </p:cxnSp>
      <p:sp>
        <p:nvSpPr>
          <p:cNvPr id="563" name="Google Shape;563;p66"/>
          <p:cNvSpPr txBox="1"/>
          <p:nvPr/>
        </p:nvSpPr>
        <p:spPr>
          <a:xfrm>
            <a:off x="304800" y="381000"/>
            <a:ext cx="4594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2400"/>
              <a:buFont typeface="Times New Roman"/>
              <a:buNone/>
            </a:pPr>
            <a:r>
              <a:rPr b="1" i="0" lang="en" sz="2400" u="none">
                <a:solidFill>
                  <a:srgbClr val="3333CC"/>
                </a:solidFill>
                <a:latin typeface="Times New Roman"/>
                <a:ea typeface="Times New Roman"/>
                <a:cs typeface="Times New Roman"/>
                <a:sym typeface="Times New Roman"/>
              </a:rPr>
              <a:t>Fig</a:t>
            </a:r>
            <a:r>
              <a:rPr b="1" lang="en" sz="2400">
                <a:solidFill>
                  <a:srgbClr val="3333CC"/>
                </a:solidFill>
                <a:latin typeface="Times New Roman"/>
                <a:ea typeface="Times New Roman"/>
                <a:cs typeface="Times New Roman"/>
                <a:sym typeface="Times New Roman"/>
              </a:rPr>
              <a:t>:</a:t>
            </a:r>
            <a:r>
              <a:rPr b="1" i="0" lang="en" sz="2400" u="none">
                <a:solidFill>
                  <a:srgbClr val="3333CC"/>
                </a:solidFill>
                <a:latin typeface="Times New Roman"/>
                <a:ea typeface="Times New Roman"/>
                <a:cs typeface="Times New Roman"/>
                <a:sym typeface="Times New Roman"/>
              </a:rPr>
              <a:t> </a:t>
            </a:r>
            <a:r>
              <a:rPr b="1" i="1" lang="en" sz="2000" u="none">
                <a:solidFill>
                  <a:srgbClr val="000000"/>
                </a:solidFill>
                <a:latin typeface="Times New Roman"/>
                <a:ea typeface="Times New Roman"/>
                <a:cs typeface="Times New Roman"/>
                <a:sym typeface="Times New Roman"/>
              </a:rPr>
              <a:t>Error control, sender site</a:t>
            </a:r>
            <a:endParaRPr/>
          </a:p>
        </p:txBody>
      </p:sp>
      <p:pic>
        <p:nvPicPr>
          <p:cNvPr id="564" name="Google Shape;564;p66" title="ppppppppppppppppp.png"/>
          <p:cNvPicPr preferRelativeResize="0"/>
          <p:nvPr/>
        </p:nvPicPr>
        <p:blipFill>
          <a:blip r:embed="rId3">
            <a:alphaModFix/>
          </a:blip>
          <a:stretch>
            <a:fillRect/>
          </a:stretch>
        </p:blipFill>
        <p:spPr>
          <a:xfrm>
            <a:off x="152400" y="1298450"/>
            <a:ext cx="8847425" cy="38450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67"/>
          <p:cNvSpPr txBox="1"/>
          <p:nvPr/>
        </p:nvSpPr>
        <p:spPr>
          <a:xfrm>
            <a:off x="-42075" y="277784"/>
            <a:ext cx="8713500" cy="4879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t/>
            </a:r>
            <a:endParaRPr b="1" sz="1600">
              <a:solidFill>
                <a:schemeClr val="dk1"/>
              </a:solidFill>
            </a:endParaRPr>
          </a:p>
          <a:p>
            <a:pPr indent="-298450" lvl="0" marL="457200" rtl="0" algn="l">
              <a:lnSpc>
                <a:spcPct val="100000"/>
              </a:lnSpc>
              <a:spcBef>
                <a:spcPts val="1200"/>
              </a:spcBef>
              <a:spcAft>
                <a:spcPts val="0"/>
              </a:spcAft>
              <a:buClr>
                <a:schemeClr val="dk1"/>
              </a:buClr>
              <a:buSzPts val="1100"/>
              <a:buAutoNum type="arabicPeriod"/>
            </a:pPr>
            <a:r>
              <a:rPr b="1" lang="en" sz="1600">
                <a:solidFill>
                  <a:schemeClr val="dk1"/>
                </a:solidFill>
              </a:rPr>
              <a:t>Telecommunications and Mobile Networks</a:t>
            </a:r>
            <a:br>
              <a:rPr b="1" lang="en" sz="1100">
                <a:solidFill>
                  <a:schemeClr val="dk1"/>
                </a:solidFill>
              </a:rPr>
            </a:br>
            <a:endParaRPr b="1"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 sz="1100">
                <a:solidFill>
                  <a:schemeClr val="dk1"/>
                </a:solidFill>
              </a:rPr>
              <a:t>Originally designed for SS7 message transport over IP.</a:t>
            </a:r>
            <a:br>
              <a:rPr lang="en"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 sz="1100">
                <a:solidFill>
                  <a:schemeClr val="dk1"/>
                </a:solidFill>
              </a:rPr>
              <a:t>Handles critical signaling and control messages for 3G, 4G, and 5G networks (e.g., call setup, roaming, subscriber management).</a:t>
            </a:r>
            <a:br>
              <a:rPr lang="en" sz="1100">
                <a:solidFill>
                  <a:schemeClr val="dk1"/>
                </a:solidFill>
              </a:rPr>
            </a:b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b="1" lang="en" sz="1600">
                <a:solidFill>
                  <a:schemeClr val="dk1"/>
                </a:solidFill>
              </a:rPr>
              <a:t>Real-Time and Mission-Critical Applications</a:t>
            </a:r>
            <a:br>
              <a:rPr b="1" lang="en" sz="1100">
                <a:solidFill>
                  <a:schemeClr val="dk1"/>
                </a:solidFill>
              </a:rPr>
            </a:br>
            <a:endParaRPr b="1"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 sz="1100">
                <a:solidFill>
                  <a:schemeClr val="dk1"/>
                </a:solidFill>
              </a:rPr>
              <a:t>Reliable and low-latency transport for applications where timely delivery matters.</a:t>
            </a:r>
            <a:br>
              <a:rPr lang="en"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b="1" lang="en" sz="1100">
                <a:solidFill>
                  <a:schemeClr val="dk1"/>
                </a:solidFill>
              </a:rPr>
              <a:t>Financial services:</a:t>
            </a:r>
            <a:r>
              <a:rPr lang="en" sz="1100">
                <a:solidFill>
                  <a:schemeClr val="dk1"/>
                </a:solidFill>
              </a:rPr>
              <a:t> Multistreaming prevents head-of-line blocking, allowing independent handling of market data and trading confirmations.</a:t>
            </a:r>
            <a:br>
              <a:rPr lang="en"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b="1" lang="en" sz="1100">
                <a:solidFill>
                  <a:schemeClr val="dk1"/>
                </a:solidFill>
              </a:rPr>
              <a:t>WebRTC:</a:t>
            </a:r>
            <a:r>
              <a:rPr lang="en" sz="1100">
                <a:solidFill>
                  <a:schemeClr val="dk1"/>
                </a:solidFill>
              </a:rPr>
              <a:t> Used as a data channel for peer-to-peer file sharing, multiplayer games, and real-time communication, supporting multiple independent data streams.</a:t>
            </a:r>
            <a:br>
              <a:rPr lang="en" sz="1100">
                <a:solidFill>
                  <a:schemeClr val="dk1"/>
                </a:solidFill>
              </a:rPr>
            </a:b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b="1" lang="en" sz="1600">
                <a:solidFill>
                  <a:schemeClr val="dk1"/>
                </a:solidFill>
              </a:rPr>
              <a:t>General-Purpose Applications</a:t>
            </a:r>
            <a:br>
              <a:rPr b="1" lang="en" sz="1100">
                <a:solidFill>
                  <a:schemeClr val="dk1"/>
                </a:solidFill>
              </a:rPr>
            </a:br>
            <a:endParaRPr b="1" sz="1100">
              <a:solidFill>
                <a:schemeClr val="dk1"/>
              </a:solidFill>
            </a:endParaRPr>
          </a:p>
          <a:p>
            <a:pPr indent="-298450" lvl="1" marL="914400" rtl="0" algn="l">
              <a:lnSpc>
                <a:spcPct val="100000"/>
              </a:lnSpc>
              <a:spcBef>
                <a:spcPts val="0"/>
              </a:spcBef>
              <a:spcAft>
                <a:spcPts val="0"/>
              </a:spcAft>
              <a:buClr>
                <a:schemeClr val="dk1"/>
              </a:buClr>
              <a:buSzPts val="1100"/>
              <a:buChar char="○"/>
            </a:pPr>
            <a:r>
              <a:rPr b="1" lang="en" sz="1100">
                <a:solidFill>
                  <a:schemeClr val="dk1"/>
                </a:solidFill>
              </a:rPr>
              <a:t>Load balancing &amp; security:</a:t>
            </a:r>
            <a:r>
              <a:rPr lang="en" sz="1100">
                <a:solidFill>
                  <a:schemeClr val="dk1"/>
                </a:solidFill>
              </a:rPr>
              <a:t> Multihoming aids fault tolerance; the cookie-based handshake resists SYN flood attacks.</a:t>
            </a:r>
            <a:br>
              <a:rPr lang="en"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b="1" lang="en" sz="1100">
                <a:solidFill>
                  <a:schemeClr val="dk1"/>
                </a:solidFill>
              </a:rPr>
              <a:t>Message-oriented applications:</a:t>
            </a:r>
            <a:r>
              <a:rPr lang="en" sz="1100">
                <a:solidFill>
                  <a:schemeClr val="dk1"/>
                </a:solidFill>
              </a:rPr>
              <a:t> Preserves message boundaries, simplifying programming for message-based protocols like industrial automation or database sync.</a:t>
            </a:r>
            <a:br>
              <a:rPr lang="en" sz="1100">
                <a:solidFill>
                  <a:schemeClr val="dk1"/>
                </a:solidFill>
              </a:rPr>
            </a:br>
            <a:endParaRPr sz="1100">
              <a:solidFill>
                <a:schemeClr val="dk1"/>
              </a:solidFill>
            </a:endParaRPr>
          </a:p>
        </p:txBody>
      </p:sp>
      <p:sp>
        <p:nvSpPr>
          <p:cNvPr id="570" name="Google Shape;570;p67"/>
          <p:cNvSpPr txBox="1"/>
          <p:nvPr/>
        </p:nvSpPr>
        <p:spPr>
          <a:xfrm>
            <a:off x="902175" y="55800"/>
            <a:ext cx="5364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SCTP Applications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8"/>
          <p:cNvSpPr txBox="1"/>
          <p:nvPr/>
        </p:nvSpPr>
        <p:spPr>
          <a:xfrm>
            <a:off x="0" y="252550"/>
            <a:ext cx="8991300" cy="47163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br>
              <a:rPr lang="en" sz="1200">
                <a:solidFill>
                  <a:schemeClr val="dk1"/>
                </a:solidFill>
              </a:rPr>
            </a:br>
            <a:endParaRPr sz="1200">
              <a:solidFill>
                <a:schemeClr val="dk1"/>
              </a:solidFill>
            </a:endParaRPr>
          </a:p>
          <a:p>
            <a:pPr indent="0" lvl="0" marL="0" rtl="0" algn="l">
              <a:lnSpc>
                <a:spcPct val="80000"/>
              </a:lnSpc>
              <a:spcBef>
                <a:spcPts val="0"/>
              </a:spcBef>
              <a:spcAft>
                <a:spcPts val="0"/>
              </a:spcAft>
              <a:buNone/>
            </a:pPr>
            <a:r>
              <a:rPr b="1" lang="en" sz="1600">
                <a:solidFill>
                  <a:srgbClr val="20124D"/>
                </a:solidFill>
              </a:rPr>
              <a:t>Complexity</a:t>
            </a:r>
            <a:endParaRPr b="1" sz="1600">
              <a:solidFill>
                <a:srgbClr val="20124D"/>
              </a:solidFill>
            </a:endParaRPr>
          </a:p>
          <a:p>
            <a:pPr indent="0" lvl="0" marL="0" rtl="0" algn="l">
              <a:lnSpc>
                <a:spcPct val="80000"/>
              </a:lnSpc>
              <a:spcBef>
                <a:spcPts val="0"/>
              </a:spcBef>
              <a:spcAft>
                <a:spcPts val="0"/>
              </a:spcAft>
              <a:buNone/>
            </a:pPr>
            <a:r>
              <a:t/>
            </a:r>
            <a:endParaRPr b="1" sz="1200">
              <a:solidFill>
                <a:schemeClr val="dk1"/>
              </a:solidFill>
            </a:endParaRPr>
          </a:p>
          <a:p>
            <a:pPr indent="-304800" lvl="0" marL="457200" rtl="0" algn="l">
              <a:lnSpc>
                <a:spcPct val="80000"/>
              </a:lnSpc>
              <a:spcBef>
                <a:spcPts val="0"/>
              </a:spcBef>
              <a:spcAft>
                <a:spcPts val="0"/>
              </a:spcAft>
              <a:buClr>
                <a:schemeClr val="dk1"/>
              </a:buClr>
              <a:buSzPts val="1200"/>
              <a:buChar char="●"/>
            </a:pPr>
            <a:r>
              <a:rPr lang="en" sz="1200">
                <a:solidFill>
                  <a:schemeClr val="dk1"/>
                </a:solidFill>
              </a:rPr>
              <a:t>More complex than TCP or UDP due to features like multistreaming, multihoming, and chunk-based data delivery.</a:t>
            </a:r>
            <a:br>
              <a:rPr lang="en" sz="1200">
                <a:solidFill>
                  <a:schemeClr val="dk1"/>
                </a:solidFill>
              </a:rPr>
            </a:br>
            <a:endParaRPr sz="1200">
              <a:solidFill>
                <a:schemeClr val="dk1"/>
              </a:solidFill>
            </a:endParaRPr>
          </a:p>
          <a:p>
            <a:pPr indent="-304800" lvl="0" marL="457200" rtl="0" algn="l">
              <a:lnSpc>
                <a:spcPct val="80000"/>
              </a:lnSpc>
              <a:spcBef>
                <a:spcPts val="0"/>
              </a:spcBef>
              <a:spcAft>
                <a:spcPts val="0"/>
              </a:spcAft>
              <a:buClr>
                <a:schemeClr val="dk1"/>
              </a:buClr>
              <a:buSzPts val="1200"/>
              <a:buChar char="●"/>
            </a:pPr>
            <a:r>
              <a:rPr lang="en" sz="1200">
                <a:solidFill>
                  <a:schemeClr val="dk1"/>
                </a:solidFill>
              </a:rPr>
              <a:t>Implementation and debugging can be harder for developers.</a:t>
            </a:r>
            <a:endParaRPr sz="1200">
              <a:solidFill>
                <a:schemeClr val="dk1"/>
              </a:solidFill>
            </a:endParaRPr>
          </a:p>
          <a:p>
            <a:pPr indent="0" lvl="0" marL="457200" rtl="0" algn="l">
              <a:lnSpc>
                <a:spcPct val="80000"/>
              </a:lnSpc>
              <a:spcBef>
                <a:spcPts val="0"/>
              </a:spcBef>
              <a:spcAft>
                <a:spcPts val="0"/>
              </a:spcAft>
              <a:buNone/>
            </a:pPr>
            <a:br>
              <a:rPr lang="en" sz="1200">
                <a:solidFill>
                  <a:schemeClr val="dk1"/>
                </a:solidFill>
              </a:rPr>
            </a:br>
            <a:endParaRPr sz="1200">
              <a:solidFill>
                <a:schemeClr val="dk1"/>
              </a:solidFill>
            </a:endParaRPr>
          </a:p>
          <a:p>
            <a:pPr indent="0" lvl="0" marL="0" rtl="0" algn="l">
              <a:lnSpc>
                <a:spcPct val="80000"/>
              </a:lnSpc>
              <a:spcBef>
                <a:spcPts val="0"/>
              </a:spcBef>
              <a:spcAft>
                <a:spcPts val="0"/>
              </a:spcAft>
              <a:buNone/>
            </a:pPr>
            <a:r>
              <a:rPr b="1" lang="en" sz="1600">
                <a:solidFill>
                  <a:srgbClr val="20124D"/>
                </a:solidFill>
              </a:rPr>
              <a:t>Firewall and NAT Traversal Issues</a:t>
            </a:r>
            <a:endParaRPr b="1" sz="1200">
              <a:solidFill>
                <a:schemeClr val="dk1"/>
              </a:solidFill>
            </a:endParaRPr>
          </a:p>
          <a:p>
            <a:pPr indent="0" lvl="0" marL="0" rtl="0" algn="l">
              <a:lnSpc>
                <a:spcPct val="80000"/>
              </a:lnSpc>
              <a:spcBef>
                <a:spcPts val="0"/>
              </a:spcBef>
              <a:spcAft>
                <a:spcPts val="0"/>
              </a:spcAft>
              <a:buNone/>
            </a:pPr>
            <a:r>
              <a:t/>
            </a:r>
            <a:endParaRPr b="1" sz="1200">
              <a:solidFill>
                <a:schemeClr val="dk1"/>
              </a:solidFill>
            </a:endParaRPr>
          </a:p>
          <a:p>
            <a:pPr indent="0" lvl="0" marL="0" rtl="0" algn="l">
              <a:lnSpc>
                <a:spcPct val="80000"/>
              </a:lnSpc>
              <a:spcBef>
                <a:spcPts val="0"/>
              </a:spcBef>
              <a:spcAft>
                <a:spcPts val="0"/>
              </a:spcAft>
              <a:buNone/>
            </a:pPr>
            <a:r>
              <a:t/>
            </a:r>
            <a:endParaRPr b="1" sz="1200">
              <a:solidFill>
                <a:schemeClr val="dk1"/>
              </a:solidFill>
            </a:endParaRPr>
          </a:p>
          <a:p>
            <a:pPr indent="-304800" lvl="0" marL="457200" rtl="0" algn="l">
              <a:lnSpc>
                <a:spcPct val="80000"/>
              </a:lnSpc>
              <a:spcBef>
                <a:spcPts val="0"/>
              </a:spcBef>
              <a:spcAft>
                <a:spcPts val="0"/>
              </a:spcAft>
              <a:buClr>
                <a:schemeClr val="dk1"/>
              </a:buClr>
              <a:buSzPts val="1200"/>
              <a:buChar char="●"/>
            </a:pPr>
            <a:r>
              <a:rPr lang="en" sz="1200">
                <a:solidFill>
                  <a:schemeClr val="dk1"/>
                </a:solidFill>
              </a:rPr>
              <a:t>Some networks may block SCTP packets because it’s less common.</a:t>
            </a:r>
            <a:br>
              <a:rPr lang="en" sz="1200">
                <a:solidFill>
                  <a:schemeClr val="dk1"/>
                </a:solidFill>
              </a:rPr>
            </a:br>
            <a:endParaRPr sz="1200">
              <a:solidFill>
                <a:schemeClr val="dk1"/>
              </a:solidFill>
            </a:endParaRPr>
          </a:p>
          <a:p>
            <a:pPr indent="-304800" lvl="0" marL="457200" rtl="0" algn="l">
              <a:lnSpc>
                <a:spcPct val="80000"/>
              </a:lnSpc>
              <a:spcBef>
                <a:spcPts val="0"/>
              </a:spcBef>
              <a:spcAft>
                <a:spcPts val="0"/>
              </a:spcAft>
              <a:buClr>
                <a:schemeClr val="dk1"/>
              </a:buClr>
              <a:buSzPts val="1200"/>
              <a:buChar char="●"/>
            </a:pPr>
            <a:r>
              <a:rPr lang="en" sz="1200">
                <a:solidFill>
                  <a:schemeClr val="dk1"/>
                </a:solidFill>
              </a:rPr>
              <a:t>NAT traversal is not as straightforward as with TCP/UDP.</a:t>
            </a:r>
            <a:endParaRPr sz="1200">
              <a:solidFill>
                <a:schemeClr val="dk1"/>
              </a:solidFill>
            </a:endParaRPr>
          </a:p>
          <a:p>
            <a:pPr indent="0" lvl="0" marL="457200" rtl="0" algn="l">
              <a:lnSpc>
                <a:spcPct val="80000"/>
              </a:lnSpc>
              <a:spcBef>
                <a:spcPts val="0"/>
              </a:spcBef>
              <a:spcAft>
                <a:spcPts val="0"/>
              </a:spcAft>
              <a:buNone/>
            </a:pPr>
            <a:br>
              <a:rPr lang="en" sz="1200">
                <a:solidFill>
                  <a:schemeClr val="dk1"/>
                </a:solidFill>
              </a:rPr>
            </a:br>
            <a:endParaRPr b="1" sz="1600">
              <a:solidFill>
                <a:srgbClr val="20124D"/>
              </a:solidFill>
            </a:endParaRPr>
          </a:p>
          <a:p>
            <a:pPr indent="0" lvl="0" marL="0" rtl="0" algn="l">
              <a:lnSpc>
                <a:spcPct val="80000"/>
              </a:lnSpc>
              <a:spcBef>
                <a:spcPts val="0"/>
              </a:spcBef>
              <a:spcAft>
                <a:spcPts val="0"/>
              </a:spcAft>
              <a:buNone/>
            </a:pPr>
            <a:r>
              <a:rPr b="1" lang="en" sz="1600">
                <a:solidFill>
                  <a:srgbClr val="20124D"/>
                </a:solidFill>
              </a:rPr>
              <a:t>Limited Tooling and Libraries</a:t>
            </a:r>
            <a:endParaRPr b="1" sz="1200">
              <a:solidFill>
                <a:schemeClr val="dk1"/>
              </a:solidFill>
            </a:endParaRPr>
          </a:p>
          <a:p>
            <a:pPr indent="0" lvl="0" marL="0" rtl="0" algn="l">
              <a:lnSpc>
                <a:spcPct val="80000"/>
              </a:lnSpc>
              <a:spcBef>
                <a:spcPts val="0"/>
              </a:spcBef>
              <a:spcAft>
                <a:spcPts val="0"/>
              </a:spcAft>
              <a:buNone/>
            </a:pPr>
            <a:r>
              <a:t/>
            </a:r>
            <a:endParaRPr b="1" sz="1200">
              <a:solidFill>
                <a:schemeClr val="dk1"/>
              </a:solidFill>
            </a:endParaRPr>
          </a:p>
          <a:p>
            <a:pPr indent="0" lvl="0" marL="0" rtl="0" algn="l">
              <a:lnSpc>
                <a:spcPct val="80000"/>
              </a:lnSpc>
              <a:spcBef>
                <a:spcPts val="0"/>
              </a:spcBef>
              <a:spcAft>
                <a:spcPts val="0"/>
              </a:spcAft>
              <a:buNone/>
            </a:pPr>
            <a:r>
              <a:t/>
            </a:r>
            <a:endParaRPr b="1" sz="1200">
              <a:solidFill>
                <a:schemeClr val="dk1"/>
              </a:solidFill>
            </a:endParaRPr>
          </a:p>
          <a:p>
            <a:pPr indent="-304800" lvl="0" marL="457200" rtl="0" algn="l">
              <a:lnSpc>
                <a:spcPct val="80000"/>
              </a:lnSpc>
              <a:spcBef>
                <a:spcPts val="0"/>
              </a:spcBef>
              <a:spcAft>
                <a:spcPts val="0"/>
              </a:spcAft>
              <a:buClr>
                <a:schemeClr val="dk1"/>
              </a:buClr>
              <a:buSzPts val="1200"/>
              <a:buChar char="●"/>
            </a:pPr>
            <a:r>
              <a:rPr lang="en" sz="1200">
                <a:solidFill>
                  <a:schemeClr val="dk1"/>
                </a:solidFill>
              </a:rPr>
              <a:t>Fewer libraries, frameworks, and monitoring tools exist compared to TCP/UDP, making development and maintenance more difficult.</a:t>
            </a:r>
            <a:endParaRPr sz="1200">
              <a:solidFill>
                <a:schemeClr val="dk1"/>
              </a:solidFill>
            </a:endParaRPr>
          </a:p>
          <a:p>
            <a:pPr indent="0" lvl="0" marL="457200" rtl="0" algn="l">
              <a:lnSpc>
                <a:spcPct val="80000"/>
              </a:lnSpc>
              <a:spcBef>
                <a:spcPts val="0"/>
              </a:spcBef>
              <a:spcAft>
                <a:spcPts val="0"/>
              </a:spcAft>
              <a:buNone/>
            </a:pPr>
            <a:br>
              <a:rPr lang="en" sz="1200">
                <a:solidFill>
                  <a:schemeClr val="dk1"/>
                </a:solidFill>
              </a:rPr>
            </a:br>
            <a:endParaRPr sz="1200">
              <a:solidFill>
                <a:schemeClr val="dk1"/>
              </a:solidFill>
            </a:endParaRPr>
          </a:p>
          <a:p>
            <a:pPr indent="0" lvl="0" marL="0" rtl="0" algn="l">
              <a:lnSpc>
                <a:spcPct val="80000"/>
              </a:lnSpc>
              <a:spcBef>
                <a:spcPts val="0"/>
              </a:spcBef>
              <a:spcAft>
                <a:spcPts val="0"/>
              </a:spcAft>
              <a:buNone/>
            </a:pPr>
            <a:r>
              <a:rPr b="1" lang="en" sz="1600">
                <a:solidFill>
                  <a:srgbClr val="20124D"/>
                </a:solidFill>
              </a:rPr>
              <a:t>Not Ideal for All Applications</a:t>
            </a:r>
            <a:endParaRPr b="1" sz="1200">
              <a:solidFill>
                <a:schemeClr val="dk1"/>
              </a:solidFill>
            </a:endParaRPr>
          </a:p>
          <a:p>
            <a:pPr indent="0" lvl="0" marL="0" rtl="0" algn="l">
              <a:lnSpc>
                <a:spcPct val="80000"/>
              </a:lnSpc>
              <a:spcBef>
                <a:spcPts val="0"/>
              </a:spcBef>
              <a:spcAft>
                <a:spcPts val="0"/>
              </a:spcAft>
              <a:buNone/>
            </a:pPr>
            <a:r>
              <a:t/>
            </a:r>
            <a:endParaRPr b="1" sz="1200">
              <a:solidFill>
                <a:schemeClr val="dk1"/>
              </a:solidFill>
            </a:endParaRPr>
          </a:p>
          <a:p>
            <a:pPr indent="0" lvl="0" marL="0" rtl="0" algn="l">
              <a:lnSpc>
                <a:spcPct val="80000"/>
              </a:lnSpc>
              <a:spcBef>
                <a:spcPts val="0"/>
              </a:spcBef>
              <a:spcAft>
                <a:spcPts val="0"/>
              </a:spcAft>
              <a:buNone/>
            </a:pPr>
            <a:r>
              <a:t/>
            </a:r>
            <a:endParaRPr b="1" sz="1200">
              <a:solidFill>
                <a:schemeClr val="dk1"/>
              </a:solidFill>
            </a:endParaRPr>
          </a:p>
          <a:p>
            <a:pPr indent="-304800" lvl="0" marL="457200" rtl="0" algn="l">
              <a:lnSpc>
                <a:spcPct val="80000"/>
              </a:lnSpc>
              <a:spcBef>
                <a:spcPts val="0"/>
              </a:spcBef>
              <a:spcAft>
                <a:spcPts val="0"/>
              </a:spcAft>
              <a:buClr>
                <a:schemeClr val="dk1"/>
              </a:buClr>
              <a:buSzPts val="1200"/>
              <a:buChar char="●"/>
            </a:pPr>
            <a:r>
              <a:rPr lang="en" sz="1200">
                <a:solidFill>
                  <a:schemeClr val="dk1"/>
                </a:solidFill>
              </a:rPr>
              <a:t>Applications that don’t need multistreaming or multihoming may not benefit from SCTP’s features, making TCP a simpler choice.</a:t>
            </a:r>
            <a:endParaRPr sz="1200">
              <a:solidFill>
                <a:schemeClr val="dk1"/>
              </a:solidFill>
            </a:endParaRPr>
          </a:p>
        </p:txBody>
      </p:sp>
      <p:sp>
        <p:nvSpPr>
          <p:cNvPr id="576" name="Google Shape;576;p68"/>
          <p:cNvSpPr txBox="1"/>
          <p:nvPr/>
        </p:nvSpPr>
        <p:spPr>
          <a:xfrm>
            <a:off x="910600" y="-50484"/>
            <a:ext cx="5364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20124D"/>
                </a:solidFill>
                <a:latin typeface="Georgia"/>
                <a:ea typeface="Georgia"/>
                <a:cs typeface="Georgia"/>
                <a:sym typeface="Georgia"/>
              </a:rPr>
              <a:t>SCTP shortcomings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9"/>
          <p:cNvSpPr txBox="1"/>
          <p:nvPr>
            <p:ph type="title"/>
          </p:nvPr>
        </p:nvSpPr>
        <p:spPr>
          <a:xfrm>
            <a:off x="1033390" y="1914900"/>
            <a:ext cx="8574600" cy="131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 </a:t>
            </a:r>
            <a:r>
              <a:rPr lang="en">
                <a:solidFill>
                  <a:schemeClr val="accent1"/>
                </a:solidFill>
              </a:rPr>
              <a:t>you</a:t>
            </a:r>
            <a:endParaRPr>
              <a:solidFill>
                <a:schemeClr val="accent1"/>
              </a:solidFill>
            </a:endParaRPr>
          </a:p>
        </p:txBody>
      </p:sp>
      <p:cxnSp>
        <p:nvCxnSpPr>
          <p:cNvPr id="582" name="Google Shape;582;p69"/>
          <p:cNvCxnSpPr/>
          <p:nvPr/>
        </p:nvCxnSpPr>
        <p:spPr>
          <a:xfrm>
            <a:off x="228600" y="223650"/>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583" name="Google Shape;583;p69"/>
          <p:cNvCxnSpPr/>
          <p:nvPr/>
        </p:nvCxnSpPr>
        <p:spPr>
          <a:xfrm>
            <a:off x="228600" y="4703250"/>
            <a:ext cx="8686800" cy="0"/>
          </a:xfrm>
          <a:prstGeom prst="straightConnector1">
            <a:avLst/>
          </a:prstGeom>
          <a:noFill/>
          <a:ln cap="flat" cmpd="sng" w="9525">
            <a:solidFill>
              <a:schemeClr val="accent3"/>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Blends">
  <a:themeElements>
    <a:clrScheme name="Blends">
      <a:dk1>
        <a:srgbClr val="000000"/>
      </a:dk1>
      <a:lt1>
        <a:srgbClr val="FFFFFF"/>
      </a:lt1>
      <a:dk2>
        <a:srgbClr val="333399"/>
      </a:dk2>
      <a:lt2>
        <a:srgbClr val="1C1C1C"/>
      </a:lt2>
      <a:accent1>
        <a:srgbClr val="00E4A8"/>
      </a:accent1>
      <a:accent2>
        <a:srgbClr val="FFCF01"/>
      </a:accent2>
      <a:accent3>
        <a:srgbClr val="FFFFFF"/>
      </a:accent3>
      <a:accent4>
        <a:srgbClr val="00E4A8"/>
      </a:accent4>
      <a:accent5>
        <a:srgbClr val="FFCF01"/>
      </a:accent5>
      <a:accent6>
        <a:srgbClr val="FFFFFF"/>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ject Retrospective Presentation">
  <a:themeElements>
    <a:clrScheme name="Simple Light">
      <a:dk1>
        <a:srgbClr val="FFFFFF"/>
      </a:dk1>
      <a:lt1>
        <a:srgbClr val="131313"/>
      </a:lt1>
      <a:dk2>
        <a:srgbClr val="074963"/>
      </a:dk2>
      <a:lt2>
        <a:srgbClr val="313336"/>
      </a:lt2>
      <a:accent1>
        <a:srgbClr val="00FFFF"/>
      </a:accent1>
      <a:accent2>
        <a:srgbClr val="FA6E0B"/>
      </a:accent2>
      <a:accent3>
        <a:srgbClr val="AECDE4"/>
      </a:accent3>
      <a:accent4>
        <a:srgbClr val="7C7C7C"/>
      </a:accent4>
      <a:accent5>
        <a:srgbClr val="A4AAAD"/>
      </a:accent5>
      <a:accent6>
        <a:srgbClr val="0094F1"/>
      </a:accent6>
      <a:hlink>
        <a:srgbClr val="FA6E0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