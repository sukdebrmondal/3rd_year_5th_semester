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DB4B-8185-7FF2-6621-7057BE8BC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07725-91E8-820D-9145-E60414639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E5347-8701-6A28-7CC5-40BFC086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9CE7-6E0E-0756-D1F6-100C317B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7A55-C710-13CF-F25B-ACBE8620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41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9135-4D1D-4610-F584-1DE36FBD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3681B-AD65-C64F-800E-D51E1E104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B20C8-5D95-4E98-6471-C18DD711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F3BA-4233-18D5-28F1-91F6E61D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92E9-2925-7C36-0AEA-16456755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6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093A-8121-F717-45E6-F2450830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0798D-CEAB-2832-F6E7-3E6533AC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FDA5-252E-D607-8CB5-0FE80373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A30E5-5898-446F-F762-62C71F8B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B624D-00E5-E9F9-BEBD-E687A3EA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4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5682-8365-2172-DD45-6993172B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540E-F3D9-737F-4E8A-19F76DC9C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BC543-53BC-8C09-9334-B500CC453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7CBE5-4DB6-87D4-6F14-55D3F0CE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15643-1BB0-4548-9174-872790D0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110FF-CAC1-1A61-35A3-B436573D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49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07E7-9C7A-B1BA-7923-D1F81A64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B2BC5-D0C6-7F5C-ED9E-2D81551E0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25E86-EEAD-756C-0DFB-2E869CE0F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320BE-FB20-8826-3DB6-DE4D38962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1A870-D500-A376-6136-56CC76B74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449A8-6B4E-E72B-E484-85665989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596E6-98F1-5ABA-8492-B1306289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18671-7288-5888-1C62-0FB96098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9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F60B-849C-798E-B878-9CBC6687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1F12A-BE00-9548-5404-8DCC88F2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CE396-4049-EA3A-4D4A-CA98E943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578B9-5064-4D5B-38DE-4005B94D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94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CEE60-960B-D5D1-F2D1-0F0AC188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71BDA-D161-6F63-53AB-F707988F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2E2FD-B93F-0168-1C2E-B3C8A168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12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CFF1-8560-CC45-6D2A-E2DCB38E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8319-CDBB-898D-CF9E-E16F858E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AA560-A304-F44E-E9DE-7314ABD01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C1086-087B-4E59-DD9C-727D4ED5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B7041-BA02-E70B-492B-8DA4EB36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4FA75-6B42-B9EF-D64B-BDC5B0AE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5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905B-7C2D-EFC7-8F80-7891C79B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835C1-29E4-AE25-2D8E-CE1547182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806E1-1606-6E85-038B-2F2F068EF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2F666-6F06-6E7E-BE1C-D4432578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E7D5E-4C7D-9ED9-2945-BEFE5576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21BC8-7A5E-80BC-848C-4A6122E4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6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739C-EC4B-87E3-9122-4209968B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6A8D3-0175-D906-2F74-3B8631D7B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4C658-3FFD-78CC-E917-8B191E9CC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B9B39-1861-E62F-2890-59BD2180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52947-5855-E4CB-DFCD-E2E3E398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29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B3EB5-B677-59EA-FB24-913B53A5D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5387-170A-82FB-8A22-83F08074D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1D6C1-32B2-D5E3-9053-41592A44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7B24-5974-139A-3569-5C26226A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E4CAA-F8CA-260C-145A-2B22B382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4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3E745-8CAA-C5F7-A552-119C9E4B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72258-C018-BC39-89A9-1E955136B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7641-06D1-4873-4A1E-BDBA3A398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1D57-09BB-49FD-AA76-E3C3ABAC31E7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5106-9164-A5D4-2307-663168BAF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FD821-7494-0132-249B-E591C70EA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AE784-5601-470E-B6EC-677D51872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5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C269B1-D971-0365-9EF5-39B2911BC652}"/>
              </a:ext>
            </a:extLst>
          </p:cNvPr>
          <p:cNvSpPr/>
          <p:nvPr/>
        </p:nvSpPr>
        <p:spPr>
          <a:xfrm>
            <a:off x="4157932" y="2812210"/>
            <a:ext cx="3605842" cy="483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EMAIL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31CAB2-6125-DAA8-1F6A-B5AF1D2865B2}"/>
              </a:ext>
            </a:extLst>
          </p:cNvPr>
          <p:cNvSpPr/>
          <p:nvPr/>
        </p:nvSpPr>
        <p:spPr>
          <a:xfrm>
            <a:off x="4157932" y="3519576"/>
            <a:ext cx="3605842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PASSWORD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CD3590-2BF6-79C1-D041-B8EF8D1AE2E4}"/>
              </a:ext>
            </a:extLst>
          </p:cNvPr>
          <p:cNvSpPr/>
          <p:nvPr/>
        </p:nvSpPr>
        <p:spPr>
          <a:xfrm>
            <a:off x="4157932" y="2147976"/>
            <a:ext cx="3605842" cy="439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E7E77C-3077-1A0D-4089-6043A692719A}"/>
              </a:ext>
            </a:extLst>
          </p:cNvPr>
          <p:cNvSpPr/>
          <p:nvPr/>
        </p:nvSpPr>
        <p:spPr>
          <a:xfrm>
            <a:off x="6547448" y="4089316"/>
            <a:ext cx="1282461" cy="198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FORGOT PASSWORD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D007FB-BD62-A174-121B-186BAD60D256}"/>
              </a:ext>
            </a:extLst>
          </p:cNvPr>
          <p:cNvSpPr/>
          <p:nvPr/>
        </p:nvSpPr>
        <p:spPr>
          <a:xfrm>
            <a:off x="4071668" y="4400263"/>
            <a:ext cx="1889185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98231D-6BF4-F00B-F899-50D8C173FD5B}"/>
              </a:ext>
            </a:extLst>
          </p:cNvPr>
          <p:cNvSpPr/>
          <p:nvPr/>
        </p:nvSpPr>
        <p:spPr>
          <a:xfrm>
            <a:off x="6173638" y="4400263"/>
            <a:ext cx="1811547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REGISTER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370B0F-12F3-41CE-76B6-AD74E70D5161}"/>
              </a:ext>
            </a:extLst>
          </p:cNvPr>
          <p:cNvSpPr/>
          <p:nvPr/>
        </p:nvSpPr>
        <p:spPr>
          <a:xfrm>
            <a:off x="4718649" y="474453"/>
            <a:ext cx="2389517" cy="1155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20608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903233-1947-5E7E-3A9E-8C28D5C55967}"/>
              </a:ext>
            </a:extLst>
          </p:cNvPr>
          <p:cNvSpPr/>
          <p:nvPr/>
        </p:nvSpPr>
        <p:spPr>
          <a:xfrm>
            <a:off x="4157932" y="2044460"/>
            <a:ext cx="3605842" cy="483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EMAIL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AC0522-3913-5A35-193B-B40CC88F17FB}"/>
              </a:ext>
            </a:extLst>
          </p:cNvPr>
          <p:cNvSpPr/>
          <p:nvPr/>
        </p:nvSpPr>
        <p:spPr>
          <a:xfrm>
            <a:off x="4157932" y="2751826"/>
            <a:ext cx="3605842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PHONE NUMBER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C91DEB-3537-90CA-F41E-AFF30656001C}"/>
              </a:ext>
            </a:extLst>
          </p:cNvPr>
          <p:cNvSpPr/>
          <p:nvPr/>
        </p:nvSpPr>
        <p:spPr>
          <a:xfrm>
            <a:off x="4157932" y="1380226"/>
            <a:ext cx="3605842" cy="439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9BC7AD-D976-B485-C8A5-1AD9E9639C31}"/>
              </a:ext>
            </a:extLst>
          </p:cNvPr>
          <p:cNvSpPr/>
          <p:nvPr/>
        </p:nvSpPr>
        <p:spPr>
          <a:xfrm>
            <a:off x="4180936" y="4793953"/>
            <a:ext cx="3605842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CONFORM PASSWORD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C5F388-E47F-BD5E-1297-AB574A92FFC7}"/>
              </a:ext>
            </a:extLst>
          </p:cNvPr>
          <p:cNvSpPr/>
          <p:nvPr/>
        </p:nvSpPr>
        <p:spPr>
          <a:xfrm>
            <a:off x="4150744" y="6029154"/>
            <a:ext cx="3666225" cy="1513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Already registered LOGIN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89F3D2-B371-882B-6844-60B1E23513AE}"/>
              </a:ext>
            </a:extLst>
          </p:cNvPr>
          <p:cNvSpPr/>
          <p:nvPr/>
        </p:nvSpPr>
        <p:spPr>
          <a:xfrm>
            <a:off x="4796287" y="301925"/>
            <a:ext cx="2225615" cy="862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REGISTER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1EA727-03DC-0CF9-94F7-9364D5C270B6}"/>
              </a:ext>
            </a:extLst>
          </p:cNvPr>
          <p:cNvSpPr/>
          <p:nvPr/>
        </p:nvSpPr>
        <p:spPr>
          <a:xfrm>
            <a:off x="4180936" y="3433313"/>
            <a:ext cx="3605842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DATE OF BIRTH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7EAF00-7750-2808-9788-94802ACD5522}"/>
              </a:ext>
            </a:extLst>
          </p:cNvPr>
          <p:cNvSpPr/>
          <p:nvPr/>
        </p:nvSpPr>
        <p:spPr>
          <a:xfrm>
            <a:off x="4180936" y="4114800"/>
            <a:ext cx="3605842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PASSWORD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0CDDEC-3FE1-C0E0-5B9A-E222EF5579A9}"/>
              </a:ext>
            </a:extLst>
          </p:cNvPr>
          <p:cNvSpPr/>
          <p:nvPr/>
        </p:nvSpPr>
        <p:spPr>
          <a:xfrm>
            <a:off x="4008407" y="5473105"/>
            <a:ext cx="3988280" cy="457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44093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94FEA-D737-807E-90EC-4FEDDBEC5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1128391"/>
            <a:ext cx="8421275" cy="460121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CF3937-4883-7BFB-FCDD-100873C05D7D}"/>
              </a:ext>
            </a:extLst>
          </p:cNvPr>
          <p:cNvSpPr/>
          <p:nvPr/>
        </p:nvSpPr>
        <p:spPr>
          <a:xfrm>
            <a:off x="2329132" y="4770408"/>
            <a:ext cx="2147977" cy="448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Active factor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64472A-5994-4BD8-C6CA-32586572A725}"/>
              </a:ext>
            </a:extLst>
          </p:cNvPr>
          <p:cNvSpPr/>
          <p:nvPr/>
        </p:nvSpPr>
        <p:spPr>
          <a:xfrm>
            <a:off x="2329132" y="5339750"/>
            <a:ext cx="2294626" cy="1388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Sedentary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Lightly 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Moderately 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Very 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 active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6468F3-B5CC-95EB-F7F9-93535AB4BD1D}"/>
              </a:ext>
            </a:extLst>
          </p:cNvPr>
          <p:cNvSpPr/>
          <p:nvPr/>
        </p:nvSpPr>
        <p:spPr>
          <a:xfrm>
            <a:off x="8848953" y="1426350"/>
            <a:ext cx="992038" cy="1043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pic>
        <p:nvPicPr>
          <p:cNvPr id="6" name="Picture 2" descr="Person - Free social icons">
            <a:extLst>
              <a:ext uri="{FF2B5EF4-FFF2-40B4-BE49-F238E27FC236}">
                <a16:creationId xmlns:a16="http://schemas.microsoft.com/office/drawing/2014/main" id="{F7031764-2E6C-8321-E247-8090669F15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2" t="9357" r="13805" b="11457"/>
          <a:stretch>
            <a:fillRect/>
          </a:stretch>
        </p:blipFill>
        <p:spPr bwMode="auto">
          <a:xfrm>
            <a:off x="8892085" y="1473795"/>
            <a:ext cx="905774" cy="94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1DFCC8-6999-7E8C-BBE1-429009B392EC}"/>
              </a:ext>
            </a:extLst>
          </p:cNvPr>
          <p:cNvSpPr txBox="1"/>
          <p:nvPr/>
        </p:nvSpPr>
        <p:spPr>
          <a:xfrm>
            <a:off x="9074989" y="2062983"/>
            <a:ext cx="5693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Add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185B46-9DF8-B6BF-FA13-DAF083D120C9}"/>
              </a:ext>
            </a:extLst>
          </p:cNvPr>
          <p:cNvSpPr/>
          <p:nvPr/>
        </p:nvSpPr>
        <p:spPr>
          <a:xfrm>
            <a:off x="6400800" y="4873925"/>
            <a:ext cx="1314093" cy="629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690281-72DA-4B19-FB34-ECF0F1121241}"/>
              </a:ext>
            </a:extLst>
          </p:cNvPr>
          <p:cNvSpPr/>
          <p:nvPr/>
        </p:nvSpPr>
        <p:spPr>
          <a:xfrm>
            <a:off x="9060300" y="3974620"/>
            <a:ext cx="569343" cy="318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364261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731C7-076B-232F-F5CF-B4F2767983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855128-FC0D-C647-B128-E479CEAFE554}"/>
              </a:ext>
            </a:extLst>
          </p:cNvPr>
          <p:cNvSpPr/>
          <p:nvPr/>
        </p:nvSpPr>
        <p:spPr>
          <a:xfrm>
            <a:off x="10972206" y="174132"/>
            <a:ext cx="992038" cy="1043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E57491-EEEE-17D1-8526-F84FE35C405D}"/>
              </a:ext>
            </a:extLst>
          </p:cNvPr>
          <p:cNvSpPr/>
          <p:nvPr/>
        </p:nvSpPr>
        <p:spPr>
          <a:xfrm>
            <a:off x="10972206" y="1286940"/>
            <a:ext cx="992038" cy="267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</a:t>
            </a:r>
          </a:p>
        </p:txBody>
      </p:sp>
      <p:pic>
        <p:nvPicPr>
          <p:cNvPr id="1026" name="Picture 2" descr="Person - Free social icons">
            <a:extLst>
              <a:ext uri="{FF2B5EF4-FFF2-40B4-BE49-F238E27FC236}">
                <a16:creationId xmlns:a16="http://schemas.microsoft.com/office/drawing/2014/main" id="{508CD764-F461-02CF-3CF3-FFBAAFBBE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2" t="9357" r="13805" b="11457"/>
          <a:stretch>
            <a:fillRect/>
          </a:stretch>
        </p:blipFill>
        <p:spPr bwMode="auto">
          <a:xfrm>
            <a:off x="11015338" y="221577"/>
            <a:ext cx="905774" cy="94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3266F4-7CF4-BFA5-44CA-9DF2F29EE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3" t="3014" r="3264" b="3472"/>
          <a:stretch>
            <a:fillRect/>
          </a:stretch>
        </p:blipFill>
        <p:spPr>
          <a:xfrm>
            <a:off x="3529538" y="1106318"/>
            <a:ext cx="2314818" cy="274155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33B088D-8426-BB24-543D-EB63DB703CD5}"/>
              </a:ext>
            </a:extLst>
          </p:cNvPr>
          <p:cNvGrpSpPr/>
          <p:nvPr/>
        </p:nvGrpSpPr>
        <p:grpSpPr>
          <a:xfrm>
            <a:off x="6153143" y="1048783"/>
            <a:ext cx="2753262" cy="2829903"/>
            <a:chOff x="5654570" y="3266763"/>
            <a:chExt cx="2753262" cy="282990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0565C3-1868-3D95-90E2-6DF9CACF4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4570" y="3266763"/>
              <a:ext cx="2753262" cy="258383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63B5DCD-D570-137A-64F5-AD1636B54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6603" y="5581404"/>
              <a:ext cx="1975169" cy="515262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8F7D12-7BF3-3C5B-0228-3E4A196BA840}"/>
              </a:ext>
            </a:extLst>
          </p:cNvPr>
          <p:cNvSpPr/>
          <p:nvPr/>
        </p:nvSpPr>
        <p:spPr>
          <a:xfrm>
            <a:off x="1906178" y="219638"/>
            <a:ext cx="8839809" cy="56503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314D39-1363-5E24-CD83-0039CCA0D36B}"/>
              </a:ext>
            </a:extLst>
          </p:cNvPr>
          <p:cNvSpPr/>
          <p:nvPr/>
        </p:nvSpPr>
        <p:spPr>
          <a:xfrm>
            <a:off x="4221136" y="4286506"/>
            <a:ext cx="4031871" cy="2234241"/>
          </a:xfrm>
          <a:prstGeom prst="roundRect">
            <a:avLst>
              <a:gd name="adj" fmla="val 7787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3ED910-F02B-0F02-037D-20DAB6CD2F69}"/>
              </a:ext>
            </a:extLst>
          </p:cNvPr>
          <p:cNvSpPr/>
          <p:nvPr/>
        </p:nvSpPr>
        <p:spPr>
          <a:xfrm>
            <a:off x="4486804" y="5478636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68861E-4035-0FC0-56E6-79A2D50FD07C}"/>
              </a:ext>
            </a:extLst>
          </p:cNvPr>
          <p:cNvSpPr/>
          <p:nvPr/>
        </p:nvSpPr>
        <p:spPr>
          <a:xfrm>
            <a:off x="5175696" y="5479304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egg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B352F9-BB25-C651-43B8-287B18E14EB6}"/>
              </a:ext>
            </a:extLst>
          </p:cNvPr>
          <p:cNvSpPr/>
          <p:nvPr/>
        </p:nvSpPr>
        <p:spPr>
          <a:xfrm>
            <a:off x="5864588" y="5479304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milk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9806C4-6808-B382-6D7B-C2A0C4B49351}"/>
              </a:ext>
            </a:extLst>
          </p:cNvPr>
          <p:cNvSpPr/>
          <p:nvPr/>
        </p:nvSpPr>
        <p:spPr>
          <a:xfrm>
            <a:off x="6553480" y="5479303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fish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5BA02D-3800-1401-8885-CB95E4FBFB9A}"/>
              </a:ext>
            </a:extLst>
          </p:cNvPr>
          <p:cNvSpPr/>
          <p:nvPr/>
        </p:nvSpPr>
        <p:spPr>
          <a:xfrm>
            <a:off x="7242372" y="5478636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potato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C230BC3-9F6C-F10F-71E3-5684D0788883}"/>
              </a:ext>
            </a:extLst>
          </p:cNvPr>
          <p:cNvSpPr/>
          <p:nvPr/>
        </p:nvSpPr>
        <p:spPr>
          <a:xfrm>
            <a:off x="4486804" y="5944585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800" dirty="0"/>
              <a:t>chicken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FDEB11-AAB5-3660-F8E6-8179C6F53D13}"/>
              </a:ext>
            </a:extLst>
          </p:cNvPr>
          <p:cNvSpPr/>
          <p:nvPr/>
        </p:nvSpPr>
        <p:spPr>
          <a:xfrm>
            <a:off x="5175696" y="5945253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bread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6E8E3DC-77B9-2356-52F3-978BE1E105E9}"/>
              </a:ext>
            </a:extLst>
          </p:cNvPr>
          <p:cNvSpPr/>
          <p:nvPr/>
        </p:nvSpPr>
        <p:spPr>
          <a:xfrm>
            <a:off x="5864588" y="5945253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banana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B2EA17-5A24-BD15-9168-F6C5C446BA84}"/>
              </a:ext>
            </a:extLst>
          </p:cNvPr>
          <p:cNvSpPr/>
          <p:nvPr/>
        </p:nvSpPr>
        <p:spPr>
          <a:xfrm>
            <a:off x="6553480" y="5945252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pasta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8E8813-7527-0848-FC28-DE37FD8A4129}"/>
              </a:ext>
            </a:extLst>
          </p:cNvPr>
          <p:cNvSpPr/>
          <p:nvPr/>
        </p:nvSpPr>
        <p:spPr>
          <a:xfrm>
            <a:off x="7242372" y="5944585"/>
            <a:ext cx="569343" cy="353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apple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D349A6E-123E-6069-1057-02D375A0FE1C}"/>
              </a:ext>
            </a:extLst>
          </p:cNvPr>
          <p:cNvSpPr/>
          <p:nvPr/>
        </p:nvSpPr>
        <p:spPr>
          <a:xfrm>
            <a:off x="4486804" y="4513151"/>
            <a:ext cx="1947127" cy="400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Search food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1D2213-0A30-2C61-52B7-EA3938C0B1F9}"/>
              </a:ext>
            </a:extLst>
          </p:cNvPr>
          <p:cNvSpPr/>
          <p:nvPr/>
        </p:nvSpPr>
        <p:spPr>
          <a:xfrm>
            <a:off x="6552327" y="4528338"/>
            <a:ext cx="690045" cy="385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E85B1C5-3BAC-3CAC-A2FB-F0F265340A71}"/>
              </a:ext>
            </a:extLst>
          </p:cNvPr>
          <p:cNvSpPr/>
          <p:nvPr/>
        </p:nvSpPr>
        <p:spPr>
          <a:xfrm>
            <a:off x="353683" y="1069675"/>
            <a:ext cx="3041437" cy="5416837"/>
          </a:xfrm>
          <a:prstGeom prst="roundRect">
            <a:avLst>
              <a:gd name="adj" fmla="val 22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D2047B4-9361-F6E8-9634-B36477A980A8}"/>
              </a:ext>
            </a:extLst>
          </p:cNvPr>
          <p:cNvSpPr/>
          <p:nvPr/>
        </p:nvSpPr>
        <p:spPr>
          <a:xfrm>
            <a:off x="581404" y="1250830"/>
            <a:ext cx="1546935" cy="448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Food items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20FD269-EAF9-0AF3-1B09-EF46F5408407}"/>
              </a:ext>
            </a:extLst>
          </p:cNvPr>
          <p:cNvSpPr/>
          <p:nvPr/>
        </p:nvSpPr>
        <p:spPr>
          <a:xfrm>
            <a:off x="2483206" y="1250830"/>
            <a:ext cx="698740" cy="448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Total calory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C3052F6-CA06-30DC-0578-833B80B3DE03}"/>
              </a:ext>
            </a:extLst>
          </p:cNvPr>
          <p:cNvSpPr/>
          <p:nvPr/>
        </p:nvSpPr>
        <p:spPr>
          <a:xfrm>
            <a:off x="581405" y="1890920"/>
            <a:ext cx="2600541" cy="369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6D63F9-50A3-0275-57B0-0DDAE2F9E442}"/>
              </a:ext>
            </a:extLst>
          </p:cNvPr>
          <p:cNvSpPr/>
          <p:nvPr/>
        </p:nvSpPr>
        <p:spPr>
          <a:xfrm>
            <a:off x="574130" y="2381791"/>
            <a:ext cx="2600541" cy="3664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93DC8E-5382-7EAE-491D-4D2B04AAAF2C}"/>
              </a:ext>
            </a:extLst>
          </p:cNvPr>
          <p:cNvSpPr/>
          <p:nvPr/>
        </p:nvSpPr>
        <p:spPr>
          <a:xfrm>
            <a:off x="681487" y="1966823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Food name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0F22897-0BB0-B33D-1733-880BBAB63679}"/>
              </a:ext>
            </a:extLst>
          </p:cNvPr>
          <p:cNvSpPr/>
          <p:nvPr/>
        </p:nvSpPr>
        <p:spPr>
          <a:xfrm>
            <a:off x="1581447" y="1966823"/>
            <a:ext cx="3247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cal</a:t>
            </a:r>
            <a:endParaRPr lang="en-IN" sz="8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7C4B19-3F92-7434-1028-5C835AA64AE1}"/>
              </a:ext>
            </a:extLst>
          </p:cNvPr>
          <p:cNvSpPr/>
          <p:nvPr/>
        </p:nvSpPr>
        <p:spPr>
          <a:xfrm>
            <a:off x="2874638" y="1965145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F7FD6C-6572-4E4C-3155-D823B53A9465}"/>
              </a:ext>
            </a:extLst>
          </p:cNvPr>
          <p:cNvSpPr/>
          <p:nvPr/>
        </p:nvSpPr>
        <p:spPr>
          <a:xfrm>
            <a:off x="681487" y="2453313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Food name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E655C20-4C21-5074-645B-5EADCCF3A43F}"/>
              </a:ext>
            </a:extLst>
          </p:cNvPr>
          <p:cNvSpPr/>
          <p:nvPr/>
        </p:nvSpPr>
        <p:spPr>
          <a:xfrm>
            <a:off x="1581447" y="2453313"/>
            <a:ext cx="3247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cal</a:t>
            </a:r>
            <a:endParaRPr lang="en-IN" sz="8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E79FE9C-6A16-B31B-E988-EFC80B96B924}"/>
              </a:ext>
            </a:extLst>
          </p:cNvPr>
          <p:cNvSpPr/>
          <p:nvPr/>
        </p:nvSpPr>
        <p:spPr>
          <a:xfrm>
            <a:off x="2874638" y="2451635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5E0042-CC9B-73B1-1447-E0E69E5D356C}"/>
              </a:ext>
            </a:extLst>
          </p:cNvPr>
          <p:cNvSpPr/>
          <p:nvPr/>
        </p:nvSpPr>
        <p:spPr>
          <a:xfrm>
            <a:off x="581405" y="2868281"/>
            <a:ext cx="2600541" cy="369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6BE4187-DDC4-96FB-99C9-8B8023B93BC5}"/>
              </a:ext>
            </a:extLst>
          </p:cNvPr>
          <p:cNvSpPr/>
          <p:nvPr/>
        </p:nvSpPr>
        <p:spPr>
          <a:xfrm>
            <a:off x="574130" y="3359152"/>
            <a:ext cx="2600541" cy="3664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01F4BB3-35A5-FB0C-6251-BA47487514ED}"/>
              </a:ext>
            </a:extLst>
          </p:cNvPr>
          <p:cNvSpPr/>
          <p:nvPr/>
        </p:nvSpPr>
        <p:spPr>
          <a:xfrm>
            <a:off x="681487" y="2944184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Food name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A04F240-03DE-73FC-031E-0B5C5A211ABC}"/>
              </a:ext>
            </a:extLst>
          </p:cNvPr>
          <p:cNvSpPr/>
          <p:nvPr/>
        </p:nvSpPr>
        <p:spPr>
          <a:xfrm>
            <a:off x="1581447" y="2944184"/>
            <a:ext cx="3247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cal</a:t>
            </a:r>
            <a:endParaRPr lang="en-IN" sz="8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F192E77-BDBF-D9AF-C398-DAE9B28A6615}"/>
              </a:ext>
            </a:extLst>
          </p:cNvPr>
          <p:cNvSpPr/>
          <p:nvPr/>
        </p:nvSpPr>
        <p:spPr>
          <a:xfrm>
            <a:off x="2874638" y="2942506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D278EBE-C2E5-AF19-0DD7-D51F0CAE651E}"/>
              </a:ext>
            </a:extLst>
          </p:cNvPr>
          <p:cNvSpPr/>
          <p:nvPr/>
        </p:nvSpPr>
        <p:spPr>
          <a:xfrm>
            <a:off x="681487" y="3430674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Food name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8666E65-A023-AD91-03E2-5D3030D13305}"/>
              </a:ext>
            </a:extLst>
          </p:cNvPr>
          <p:cNvSpPr/>
          <p:nvPr/>
        </p:nvSpPr>
        <p:spPr>
          <a:xfrm>
            <a:off x="9497089" y="2738154"/>
            <a:ext cx="2424023" cy="3782593"/>
          </a:xfrm>
          <a:prstGeom prst="roundRect">
            <a:avLst>
              <a:gd name="adj" fmla="val 42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7B8C38-B67D-0F63-EE49-C5CFF87F8ADE}"/>
              </a:ext>
            </a:extLst>
          </p:cNvPr>
          <p:cNvSpPr/>
          <p:nvPr/>
        </p:nvSpPr>
        <p:spPr>
          <a:xfrm>
            <a:off x="1581447" y="3430674"/>
            <a:ext cx="3247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 err="1"/>
              <a:t>cal</a:t>
            </a:r>
            <a:endParaRPr lang="en-IN" sz="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2B7E20-07E4-4224-8C41-835D9810E0D4}"/>
              </a:ext>
            </a:extLst>
          </p:cNvPr>
          <p:cNvSpPr/>
          <p:nvPr/>
        </p:nvSpPr>
        <p:spPr>
          <a:xfrm>
            <a:off x="2874638" y="3428996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086EF70-F984-A04A-3845-324691C8A355}"/>
              </a:ext>
            </a:extLst>
          </p:cNvPr>
          <p:cNvSpPr/>
          <p:nvPr/>
        </p:nvSpPr>
        <p:spPr>
          <a:xfrm>
            <a:off x="9705292" y="2863094"/>
            <a:ext cx="2021216" cy="983136"/>
          </a:xfrm>
          <a:custGeom>
            <a:avLst/>
            <a:gdLst>
              <a:gd name="connsiteX0" fmla="*/ 1010608 w 2021216"/>
              <a:gd name="connsiteY0" fmla="*/ 0 h 983136"/>
              <a:gd name="connsiteX1" fmla="*/ 2021216 w 2021216"/>
              <a:gd name="connsiteY1" fmla="*/ 983136 h 983136"/>
              <a:gd name="connsiteX2" fmla="*/ 1925224 w 2021216"/>
              <a:gd name="connsiteY2" fmla="*/ 983136 h 983136"/>
              <a:gd name="connsiteX3" fmla="*/ 1921275 w 2021216"/>
              <a:gd name="connsiteY3" fmla="*/ 907056 h 983136"/>
              <a:gd name="connsiteX4" fmla="*/ 1014800 w 2021216"/>
              <a:gd name="connsiteY4" fmla="*/ 111276 h 983136"/>
              <a:gd name="connsiteX5" fmla="*/ 108325 w 2021216"/>
              <a:gd name="connsiteY5" fmla="*/ 907056 h 983136"/>
              <a:gd name="connsiteX6" fmla="*/ 104376 w 2021216"/>
              <a:gd name="connsiteY6" fmla="*/ 983136 h 983136"/>
              <a:gd name="connsiteX7" fmla="*/ 0 w 2021216"/>
              <a:gd name="connsiteY7" fmla="*/ 983136 h 983136"/>
              <a:gd name="connsiteX8" fmla="*/ 1010608 w 2021216"/>
              <a:gd name="connsiteY8" fmla="*/ 0 h 983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1216" h="983136">
                <a:moveTo>
                  <a:pt x="1010608" y="0"/>
                </a:moveTo>
                <a:cubicBezTo>
                  <a:pt x="1568751" y="0"/>
                  <a:pt x="2021216" y="440165"/>
                  <a:pt x="2021216" y="983136"/>
                </a:cubicBezTo>
                <a:lnTo>
                  <a:pt x="1925224" y="983136"/>
                </a:lnTo>
                <a:lnTo>
                  <a:pt x="1921275" y="907056"/>
                </a:lnTo>
                <a:cubicBezTo>
                  <a:pt x="1874613" y="460078"/>
                  <a:pt x="1486578" y="111276"/>
                  <a:pt x="1014800" y="111276"/>
                </a:cubicBezTo>
                <a:cubicBezTo>
                  <a:pt x="543022" y="111276"/>
                  <a:pt x="154987" y="460078"/>
                  <a:pt x="108325" y="907056"/>
                </a:cubicBezTo>
                <a:lnTo>
                  <a:pt x="104376" y="983136"/>
                </a:lnTo>
                <a:lnTo>
                  <a:pt x="0" y="983136"/>
                </a:lnTo>
                <a:cubicBezTo>
                  <a:pt x="0" y="440165"/>
                  <a:pt x="452465" y="0"/>
                  <a:pt x="1010608" y="0"/>
                </a:cubicBez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E43F580-023B-7441-A3E7-8388489B145E}"/>
              </a:ext>
            </a:extLst>
          </p:cNvPr>
          <p:cNvSpPr/>
          <p:nvPr/>
        </p:nvSpPr>
        <p:spPr>
          <a:xfrm>
            <a:off x="9871828" y="3035211"/>
            <a:ext cx="1705155" cy="166656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A697A45-B57E-BC3A-3568-36C8197AAC92}"/>
              </a:ext>
            </a:extLst>
          </p:cNvPr>
          <p:cNvSpPr/>
          <p:nvPr/>
        </p:nvSpPr>
        <p:spPr>
          <a:xfrm>
            <a:off x="10143560" y="3404217"/>
            <a:ext cx="1173193" cy="39210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320/1400 ml</a:t>
            </a:r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F9F3CD50-DDE5-D348-7AF4-5D49CF97BC31}"/>
              </a:ext>
            </a:extLst>
          </p:cNvPr>
          <p:cNvSpPr/>
          <p:nvPr/>
        </p:nvSpPr>
        <p:spPr>
          <a:xfrm>
            <a:off x="9599790" y="4825030"/>
            <a:ext cx="2205885" cy="3692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4ED69227-7F16-70B2-CB71-B2FD5760C06C}"/>
              </a:ext>
            </a:extLst>
          </p:cNvPr>
          <p:cNvSpPr/>
          <p:nvPr/>
        </p:nvSpPr>
        <p:spPr>
          <a:xfrm>
            <a:off x="9599790" y="5315901"/>
            <a:ext cx="2198610" cy="3664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C332B73A-0911-1DC6-63DA-8438F29BC255}"/>
              </a:ext>
            </a:extLst>
          </p:cNvPr>
          <p:cNvSpPr/>
          <p:nvPr/>
        </p:nvSpPr>
        <p:spPr>
          <a:xfrm>
            <a:off x="9774883" y="4899255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200 ml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3D13E83A-985B-5F93-A4F5-BE3A0F6542A6}"/>
              </a:ext>
            </a:extLst>
          </p:cNvPr>
          <p:cNvSpPr/>
          <p:nvPr/>
        </p:nvSpPr>
        <p:spPr>
          <a:xfrm>
            <a:off x="11498367" y="4899255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1035" name="Rectangle: Rounded Corners 1034">
            <a:extLst>
              <a:ext uri="{FF2B5EF4-FFF2-40B4-BE49-F238E27FC236}">
                <a16:creationId xmlns:a16="http://schemas.microsoft.com/office/drawing/2014/main" id="{24A89091-6114-9200-8848-04F311D79322}"/>
              </a:ext>
            </a:extLst>
          </p:cNvPr>
          <p:cNvSpPr/>
          <p:nvPr/>
        </p:nvSpPr>
        <p:spPr>
          <a:xfrm>
            <a:off x="9774883" y="5362595"/>
            <a:ext cx="88852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120 ml</a:t>
            </a:r>
          </a:p>
        </p:txBody>
      </p: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EB9DF395-E868-CEA4-2D56-708C526607B9}"/>
              </a:ext>
            </a:extLst>
          </p:cNvPr>
          <p:cNvSpPr/>
          <p:nvPr/>
        </p:nvSpPr>
        <p:spPr>
          <a:xfrm>
            <a:off x="11498367" y="5385745"/>
            <a:ext cx="237431" cy="2207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sp>
        <p:nvSpPr>
          <p:cNvPr id="1038" name="Rectangle: Rounded Corners 1037">
            <a:extLst>
              <a:ext uri="{FF2B5EF4-FFF2-40B4-BE49-F238E27FC236}">
                <a16:creationId xmlns:a16="http://schemas.microsoft.com/office/drawing/2014/main" id="{21703F45-3FAB-5000-B8A9-48F9F4863AEF}"/>
              </a:ext>
            </a:extLst>
          </p:cNvPr>
          <p:cNvSpPr/>
          <p:nvPr/>
        </p:nvSpPr>
        <p:spPr>
          <a:xfrm>
            <a:off x="10336785" y="3932804"/>
            <a:ext cx="724619" cy="217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--- ml</a:t>
            </a: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51E5DF43-18FB-763D-8B22-4546A9E5239E}"/>
              </a:ext>
            </a:extLst>
          </p:cNvPr>
          <p:cNvSpPr/>
          <p:nvPr/>
        </p:nvSpPr>
        <p:spPr>
          <a:xfrm>
            <a:off x="10543250" y="4271516"/>
            <a:ext cx="362309" cy="185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add</a:t>
            </a: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71B9EE5C-2F0A-8D9E-C38C-63481134227C}"/>
              </a:ext>
            </a:extLst>
          </p:cNvPr>
          <p:cNvSpPr/>
          <p:nvPr/>
        </p:nvSpPr>
        <p:spPr>
          <a:xfrm>
            <a:off x="2014008" y="339956"/>
            <a:ext cx="651295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goal</a:t>
            </a:r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822E7AAA-5866-740D-1E49-A08E36CC93E8}"/>
              </a:ext>
            </a:extLst>
          </p:cNvPr>
          <p:cNvSpPr/>
          <p:nvPr/>
        </p:nvSpPr>
        <p:spPr>
          <a:xfrm>
            <a:off x="2751567" y="339956"/>
            <a:ext cx="1127675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Weight gain</a:t>
            </a:r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37D4C76B-E1EA-7789-5BC1-3F2A3FFA5CAE}"/>
              </a:ext>
            </a:extLst>
          </p:cNvPr>
          <p:cNvSpPr/>
          <p:nvPr/>
        </p:nvSpPr>
        <p:spPr>
          <a:xfrm>
            <a:off x="3974246" y="337253"/>
            <a:ext cx="651295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BMI</a:t>
            </a:r>
          </a:p>
        </p:txBody>
      </p:sp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00913535-1C46-756B-9F79-23E8F53A6098}"/>
              </a:ext>
            </a:extLst>
          </p:cNvPr>
          <p:cNvSpPr/>
          <p:nvPr/>
        </p:nvSpPr>
        <p:spPr>
          <a:xfrm>
            <a:off x="4706291" y="337253"/>
            <a:ext cx="651295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2D41DDCF-2ADE-A90C-272E-5D3734E18A0F}"/>
              </a:ext>
            </a:extLst>
          </p:cNvPr>
          <p:cNvSpPr/>
          <p:nvPr/>
        </p:nvSpPr>
        <p:spPr>
          <a:xfrm>
            <a:off x="5438336" y="337253"/>
            <a:ext cx="1480929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Calory target</a:t>
            </a:r>
          </a:p>
        </p:txBody>
      </p:sp>
      <p:sp>
        <p:nvSpPr>
          <p:cNvPr id="1050" name="Rectangle: Rounded Corners 1049">
            <a:extLst>
              <a:ext uri="{FF2B5EF4-FFF2-40B4-BE49-F238E27FC236}">
                <a16:creationId xmlns:a16="http://schemas.microsoft.com/office/drawing/2014/main" id="{8B45A844-BEE4-AFB8-0EA1-27A3231F17A8}"/>
              </a:ext>
            </a:extLst>
          </p:cNvPr>
          <p:cNvSpPr/>
          <p:nvPr/>
        </p:nvSpPr>
        <p:spPr>
          <a:xfrm>
            <a:off x="7000015" y="337253"/>
            <a:ext cx="651295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0AD7D371-4269-A38B-0EE4-F0123A5F46A1}"/>
              </a:ext>
            </a:extLst>
          </p:cNvPr>
          <p:cNvSpPr/>
          <p:nvPr/>
        </p:nvSpPr>
        <p:spPr>
          <a:xfrm>
            <a:off x="7753154" y="331223"/>
            <a:ext cx="1480929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Water target</a:t>
            </a:r>
          </a:p>
        </p:txBody>
      </p:sp>
      <p:sp>
        <p:nvSpPr>
          <p:cNvPr id="1052" name="Rectangle: Rounded Corners 1051">
            <a:extLst>
              <a:ext uri="{FF2B5EF4-FFF2-40B4-BE49-F238E27FC236}">
                <a16:creationId xmlns:a16="http://schemas.microsoft.com/office/drawing/2014/main" id="{05396321-0FAB-C167-719F-58309D6F5D0A}"/>
              </a:ext>
            </a:extLst>
          </p:cNvPr>
          <p:cNvSpPr/>
          <p:nvPr/>
        </p:nvSpPr>
        <p:spPr>
          <a:xfrm>
            <a:off x="9314833" y="331223"/>
            <a:ext cx="1014414" cy="336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1400 ml</a:t>
            </a: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6D0896C2-9A1B-3927-2A2E-C4BE1F5A6B70}"/>
              </a:ext>
            </a:extLst>
          </p:cNvPr>
          <p:cNvSpPr/>
          <p:nvPr/>
        </p:nvSpPr>
        <p:spPr>
          <a:xfrm>
            <a:off x="8578344" y="3621055"/>
            <a:ext cx="416740" cy="226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undo</a:t>
            </a:r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A4E049F2-C8D3-244D-2432-CD23CE1B8EC2}"/>
              </a:ext>
            </a:extLst>
          </p:cNvPr>
          <p:cNvSpPr/>
          <p:nvPr/>
        </p:nvSpPr>
        <p:spPr>
          <a:xfrm>
            <a:off x="181739" y="281675"/>
            <a:ext cx="1596471" cy="45344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 to profile</a:t>
            </a:r>
          </a:p>
        </p:txBody>
      </p:sp>
    </p:spTree>
    <p:extLst>
      <p:ext uri="{BB962C8B-B14F-4D97-AF65-F5344CB8AC3E}">
        <p14:creationId xmlns:p14="http://schemas.microsoft.com/office/powerpoint/2010/main" val="1064062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98</Words>
  <Application>Microsoft Office PowerPoint</Application>
  <PresentationFormat>Widescreen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RAJKUMAR DAS</dc:creator>
  <cp:lastModifiedBy>RAJKUMAR DAS</cp:lastModifiedBy>
  <cp:revision>2</cp:revision>
  <dcterms:created xsi:type="dcterms:W3CDTF">2025-10-25T15:30:18Z</dcterms:created>
  <dcterms:modified xsi:type="dcterms:W3CDTF">2025-10-25T19:07:02Z</dcterms:modified>
</cp:coreProperties>
</file>